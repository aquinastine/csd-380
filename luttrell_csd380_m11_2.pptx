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6" r:id="rId2"/>
    <p:sldId id="258" r:id="rId3"/>
    <p:sldId id="266" r:id="rId4"/>
    <p:sldId id="259" r:id="rId5"/>
    <p:sldId id="260" r:id="rId6"/>
    <p:sldId id="268" r:id="rId7"/>
    <p:sldId id="262" r:id="rId8"/>
    <p:sldId id="265" r:id="rId9"/>
    <p:sldId id="267" r:id="rId10"/>
    <p:sldId id="264"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6" y="9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5A9EFE-699C-4C33-8C59-8B41D93A56B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0DC0F8E-9BE0-43AD-A5B1-7E1EBEC6617B}">
      <dgm:prSet/>
      <dgm:spPr/>
      <dgm:t>
        <a:bodyPr/>
        <a:lstStyle/>
        <a:p>
          <a:pPr>
            <a:lnSpc>
              <a:spcPct val="100000"/>
            </a:lnSpc>
          </a:pPr>
          <a:r>
            <a:rPr lang="en-US" b="0" i="0" baseline="0"/>
            <a:t>Shared repositories (GitHub, GitLab, Azure DevOps, etc.) hold the organization’s </a:t>
          </a:r>
          <a:r>
            <a:rPr lang="en-US" b="1" i="0" baseline="0"/>
            <a:t>crown-jewel source code</a:t>
          </a:r>
          <a:endParaRPr lang="en-US"/>
        </a:p>
      </dgm:t>
    </dgm:pt>
    <dgm:pt modelId="{C61861F7-04C7-4836-BB6D-E62D1832AD8F}" type="parTrans" cxnId="{781511F0-4E1F-495D-9484-C096993539F9}">
      <dgm:prSet/>
      <dgm:spPr/>
      <dgm:t>
        <a:bodyPr/>
        <a:lstStyle/>
        <a:p>
          <a:endParaRPr lang="en-US"/>
        </a:p>
      </dgm:t>
    </dgm:pt>
    <dgm:pt modelId="{F49E927A-729A-4213-9490-AA2DB23CE69F}" type="sibTrans" cxnId="{781511F0-4E1F-495D-9484-C096993539F9}">
      <dgm:prSet/>
      <dgm:spPr/>
      <dgm:t>
        <a:bodyPr/>
        <a:lstStyle/>
        <a:p>
          <a:pPr>
            <a:lnSpc>
              <a:spcPct val="100000"/>
            </a:lnSpc>
          </a:pPr>
          <a:endParaRPr lang="en-US"/>
        </a:p>
      </dgm:t>
    </dgm:pt>
    <dgm:pt modelId="{A287B9AD-AA19-40E6-85E7-B1326421C95E}">
      <dgm:prSet/>
      <dgm:spPr/>
      <dgm:t>
        <a:bodyPr/>
        <a:lstStyle/>
        <a:p>
          <a:pPr>
            <a:lnSpc>
              <a:spcPct val="100000"/>
            </a:lnSpc>
          </a:pPr>
          <a:r>
            <a:rPr lang="en-US" b="0" i="0" baseline="0"/>
            <a:t>Compromise can lead to </a:t>
          </a:r>
          <a:r>
            <a:rPr lang="en-US" b="1" i="0" baseline="0"/>
            <a:t>backdoors, supply-chain attacks, data leaks, and reputation damage</a:t>
          </a:r>
          <a:r>
            <a:rPr lang="en-US" b="0" i="0" baseline="0"/>
            <a:t> (Snyk)</a:t>
          </a:r>
          <a:endParaRPr lang="en-US"/>
        </a:p>
      </dgm:t>
    </dgm:pt>
    <dgm:pt modelId="{C6F5B1D0-2EDB-4CD8-B49D-2DC1730F4B89}" type="parTrans" cxnId="{75D10099-8D4E-43AF-BE9D-99E46A2D8015}">
      <dgm:prSet/>
      <dgm:spPr/>
      <dgm:t>
        <a:bodyPr/>
        <a:lstStyle/>
        <a:p>
          <a:endParaRPr lang="en-US"/>
        </a:p>
      </dgm:t>
    </dgm:pt>
    <dgm:pt modelId="{16E8CB8A-F5CA-47D5-8540-5D6AC197AC3C}" type="sibTrans" cxnId="{75D10099-8D4E-43AF-BE9D-99E46A2D8015}">
      <dgm:prSet/>
      <dgm:spPr/>
      <dgm:t>
        <a:bodyPr/>
        <a:lstStyle/>
        <a:p>
          <a:pPr>
            <a:lnSpc>
              <a:spcPct val="100000"/>
            </a:lnSpc>
          </a:pPr>
          <a:endParaRPr lang="en-US"/>
        </a:p>
      </dgm:t>
    </dgm:pt>
    <dgm:pt modelId="{EFA95277-E182-44EB-ADC5-FA7A8163BC37}">
      <dgm:prSet/>
      <dgm:spPr/>
      <dgm:t>
        <a:bodyPr/>
        <a:lstStyle/>
        <a:p>
          <a:pPr>
            <a:lnSpc>
              <a:spcPct val="100000"/>
            </a:lnSpc>
          </a:pPr>
          <a:r>
            <a:rPr lang="en-US" b="0" i="0" baseline="0" dirty="0"/>
            <a:t>NIST’s Secure Software Development Framework (SSDF) lists </a:t>
          </a:r>
          <a:r>
            <a:rPr lang="en-US" b="1" i="0" baseline="0" dirty="0"/>
            <a:t>code repository protection as a required practice</a:t>
          </a:r>
          <a:endParaRPr lang="en-US" dirty="0"/>
        </a:p>
      </dgm:t>
    </dgm:pt>
    <dgm:pt modelId="{E1496B6A-6A21-4179-8E25-88CEA2435F3B}" type="parTrans" cxnId="{966BC0A9-1CDD-407A-8C5C-AC443833DD98}">
      <dgm:prSet/>
      <dgm:spPr/>
      <dgm:t>
        <a:bodyPr/>
        <a:lstStyle/>
        <a:p>
          <a:endParaRPr lang="en-US"/>
        </a:p>
      </dgm:t>
    </dgm:pt>
    <dgm:pt modelId="{2348EA53-55FC-4A6E-8B79-835AB40CFCBE}" type="sibTrans" cxnId="{966BC0A9-1CDD-407A-8C5C-AC443833DD98}">
      <dgm:prSet/>
      <dgm:spPr/>
      <dgm:t>
        <a:bodyPr/>
        <a:lstStyle/>
        <a:p>
          <a:pPr>
            <a:lnSpc>
              <a:spcPct val="100000"/>
            </a:lnSpc>
          </a:pPr>
          <a:endParaRPr lang="en-US"/>
        </a:p>
      </dgm:t>
    </dgm:pt>
    <dgm:pt modelId="{BEC8FD5B-A562-4FB7-B278-FDBC93503C38}">
      <dgm:prSet/>
      <dgm:spPr/>
      <dgm:t>
        <a:bodyPr/>
        <a:lstStyle/>
        <a:p>
          <a:pPr>
            <a:lnSpc>
              <a:spcPct val="100000"/>
            </a:lnSpc>
          </a:pPr>
          <a:r>
            <a:rPr lang="en-US" b="1" i="0" baseline="0"/>
            <a:t>Goal:</a:t>
          </a:r>
          <a:r>
            <a:rPr lang="en-US" b="0" i="0" baseline="0"/>
            <a:t> Protect confidentiality, integrity, and availability of code</a:t>
          </a:r>
          <a:endParaRPr lang="en-US"/>
        </a:p>
      </dgm:t>
    </dgm:pt>
    <dgm:pt modelId="{A971D2E3-AAF2-4978-B9C1-CBD3FD90109F}" type="parTrans" cxnId="{41FD852B-4BB4-4B21-B6C9-23FB7042733A}">
      <dgm:prSet/>
      <dgm:spPr/>
      <dgm:t>
        <a:bodyPr/>
        <a:lstStyle/>
        <a:p>
          <a:endParaRPr lang="en-US"/>
        </a:p>
      </dgm:t>
    </dgm:pt>
    <dgm:pt modelId="{6F2165EA-9BA6-4F80-8ECD-6FE008E8461E}" type="sibTrans" cxnId="{41FD852B-4BB4-4B21-B6C9-23FB7042733A}">
      <dgm:prSet/>
      <dgm:spPr/>
      <dgm:t>
        <a:bodyPr/>
        <a:lstStyle/>
        <a:p>
          <a:endParaRPr lang="en-US"/>
        </a:p>
      </dgm:t>
    </dgm:pt>
    <dgm:pt modelId="{2EF7EEB4-E31C-4CC2-8D59-941498C819A0}" type="pres">
      <dgm:prSet presAssocID="{855A9EFE-699C-4C33-8C59-8B41D93A56BE}" presName="root" presStyleCnt="0">
        <dgm:presLayoutVars>
          <dgm:dir/>
          <dgm:resizeHandles val="exact"/>
        </dgm:presLayoutVars>
      </dgm:prSet>
      <dgm:spPr/>
    </dgm:pt>
    <dgm:pt modelId="{E5B78495-8AEF-47F2-828C-12CD7281F77B}" type="pres">
      <dgm:prSet presAssocID="{855A9EFE-699C-4C33-8C59-8B41D93A56BE}" presName="container" presStyleCnt="0">
        <dgm:presLayoutVars>
          <dgm:dir/>
          <dgm:resizeHandles val="exact"/>
        </dgm:presLayoutVars>
      </dgm:prSet>
      <dgm:spPr/>
    </dgm:pt>
    <dgm:pt modelId="{4F1BDBEC-7047-4206-9FC7-86A3C254654C}" type="pres">
      <dgm:prSet presAssocID="{C0DC0F8E-9BE0-43AD-A5B1-7E1EBEC6617B}" presName="compNode" presStyleCnt="0"/>
      <dgm:spPr/>
    </dgm:pt>
    <dgm:pt modelId="{3FF01A44-96CF-4642-9210-7102DB8AEB15}" type="pres">
      <dgm:prSet presAssocID="{C0DC0F8E-9BE0-43AD-A5B1-7E1EBEC6617B}" presName="iconBgRect" presStyleLbl="bgShp" presStyleIdx="0" presStyleCnt="4"/>
      <dgm:spPr/>
    </dgm:pt>
    <dgm:pt modelId="{992FA96F-AB69-48BD-929E-B98F514B14BE}" type="pres">
      <dgm:prSet presAssocID="{C0DC0F8E-9BE0-43AD-A5B1-7E1EBEC6617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CC25B9A3-9BE9-4242-AE0E-D6D44F433999}" type="pres">
      <dgm:prSet presAssocID="{C0DC0F8E-9BE0-43AD-A5B1-7E1EBEC6617B}" presName="spaceRect" presStyleCnt="0"/>
      <dgm:spPr/>
    </dgm:pt>
    <dgm:pt modelId="{0EB5D03F-32B7-4BDC-BC75-BEEA9EE4AC75}" type="pres">
      <dgm:prSet presAssocID="{C0DC0F8E-9BE0-43AD-A5B1-7E1EBEC6617B}" presName="textRect" presStyleLbl="revTx" presStyleIdx="0" presStyleCnt="4">
        <dgm:presLayoutVars>
          <dgm:chMax val="1"/>
          <dgm:chPref val="1"/>
        </dgm:presLayoutVars>
      </dgm:prSet>
      <dgm:spPr/>
    </dgm:pt>
    <dgm:pt modelId="{D54D91D5-0EDE-41BD-A09F-AF1C48A5A4F5}" type="pres">
      <dgm:prSet presAssocID="{F49E927A-729A-4213-9490-AA2DB23CE69F}" presName="sibTrans" presStyleLbl="sibTrans2D1" presStyleIdx="0" presStyleCnt="0"/>
      <dgm:spPr/>
    </dgm:pt>
    <dgm:pt modelId="{18F53A4D-F4D1-494A-BEC2-88A7DD63F3A7}" type="pres">
      <dgm:prSet presAssocID="{A287B9AD-AA19-40E6-85E7-B1326421C95E}" presName="compNode" presStyleCnt="0"/>
      <dgm:spPr/>
    </dgm:pt>
    <dgm:pt modelId="{296E9264-EC7A-483C-9277-A7DBFC9FB323}" type="pres">
      <dgm:prSet presAssocID="{A287B9AD-AA19-40E6-85E7-B1326421C95E}" presName="iconBgRect" presStyleLbl="bgShp" presStyleIdx="1" presStyleCnt="4"/>
      <dgm:spPr/>
    </dgm:pt>
    <dgm:pt modelId="{CF31D9DB-12E6-4B2E-996A-C788FA9162CB}" type="pres">
      <dgm:prSet presAssocID="{A287B9AD-AA19-40E6-85E7-B1326421C95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sconnected"/>
        </a:ext>
      </dgm:extLst>
    </dgm:pt>
    <dgm:pt modelId="{BD44ABBA-B3B6-4E0C-9462-ECFDBF80D51B}" type="pres">
      <dgm:prSet presAssocID="{A287B9AD-AA19-40E6-85E7-B1326421C95E}" presName="spaceRect" presStyleCnt="0"/>
      <dgm:spPr/>
    </dgm:pt>
    <dgm:pt modelId="{F1BBB547-AC35-4C8F-8AB8-6D4BB31E4F49}" type="pres">
      <dgm:prSet presAssocID="{A287B9AD-AA19-40E6-85E7-B1326421C95E}" presName="textRect" presStyleLbl="revTx" presStyleIdx="1" presStyleCnt="4">
        <dgm:presLayoutVars>
          <dgm:chMax val="1"/>
          <dgm:chPref val="1"/>
        </dgm:presLayoutVars>
      </dgm:prSet>
      <dgm:spPr/>
    </dgm:pt>
    <dgm:pt modelId="{159F0AC5-BEBA-4D1F-BF17-39C6D9C6535D}" type="pres">
      <dgm:prSet presAssocID="{16E8CB8A-F5CA-47D5-8540-5D6AC197AC3C}" presName="sibTrans" presStyleLbl="sibTrans2D1" presStyleIdx="0" presStyleCnt="0"/>
      <dgm:spPr/>
    </dgm:pt>
    <dgm:pt modelId="{59265CF4-EA98-472E-845E-3F8BD8714669}" type="pres">
      <dgm:prSet presAssocID="{EFA95277-E182-44EB-ADC5-FA7A8163BC37}" presName="compNode" presStyleCnt="0"/>
      <dgm:spPr/>
    </dgm:pt>
    <dgm:pt modelId="{D171A1A1-5241-4B19-87EF-12EA891990D1}" type="pres">
      <dgm:prSet presAssocID="{EFA95277-E182-44EB-ADC5-FA7A8163BC37}" presName="iconBgRect" presStyleLbl="bgShp" presStyleIdx="2" presStyleCnt="4"/>
      <dgm:spPr/>
    </dgm:pt>
    <dgm:pt modelId="{48A3AC48-A5DF-45ED-B8D9-55CB1282DE82}" type="pres">
      <dgm:prSet presAssocID="{EFA95277-E182-44EB-ADC5-FA7A8163BC3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108D49EB-E2A9-482A-81D9-8766CC6C73E8}" type="pres">
      <dgm:prSet presAssocID="{EFA95277-E182-44EB-ADC5-FA7A8163BC37}" presName="spaceRect" presStyleCnt="0"/>
      <dgm:spPr/>
    </dgm:pt>
    <dgm:pt modelId="{284081C0-E7B4-4362-94F5-EBD390557187}" type="pres">
      <dgm:prSet presAssocID="{EFA95277-E182-44EB-ADC5-FA7A8163BC37}" presName="textRect" presStyleLbl="revTx" presStyleIdx="2" presStyleCnt="4">
        <dgm:presLayoutVars>
          <dgm:chMax val="1"/>
          <dgm:chPref val="1"/>
        </dgm:presLayoutVars>
      </dgm:prSet>
      <dgm:spPr/>
    </dgm:pt>
    <dgm:pt modelId="{A26ABC1B-6D2C-4481-A57A-5AF6001A2BCE}" type="pres">
      <dgm:prSet presAssocID="{2348EA53-55FC-4A6E-8B79-835AB40CFCBE}" presName="sibTrans" presStyleLbl="sibTrans2D1" presStyleIdx="0" presStyleCnt="0"/>
      <dgm:spPr/>
    </dgm:pt>
    <dgm:pt modelId="{21F8BB4E-6946-47D8-AA85-409ED6F72527}" type="pres">
      <dgm:prSet presAssocID="{BEC8FD5B-A562-4FB7-B278-FDBC93503C38}" presName="compNode" presStyleCnt="0"/>
      <dgm:spPr/>
    </dgm:pt>
    <dgm:pt modelId="{49B636F1-7881-4319-9EE5-D0E31EB9679B}" type="pres">
      <dgm:prSet presAssocID="{BEC8FD5B-A562-4FB7-B278-FDBC93503C38}" presName="iconBgRect" presStyleLbl="bgShp" presStyleIdx="3" presStyleCnt="4"/>
      <dgm:spPr/>
    </dgm:pt>
    <dgm:pt modelId="{E145414A-DD7F-4D91-8502-DD0688E3AEFF}" type="pres">
      <dgm:prSet presAssocID="{BEC8FD5B-A562-4FB7-B278-FDBC93503C3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vel"/>
        </a:ext>
      </dgm:extLst>
    </dgm:pt>
    <dgm:pt modelId="{6C7C379F-4D3F-46BB-B01E-F3E6673F1B1C}" type="pres">
      <dgm:prSet presAssocID="{BEC8FD5B-A562-4FB7-B278-FDBC93503C38}" presName="spaceRect" presStyleCnt="0"/>
      <dgm:spPr/>
    </dgm:pt>
    <dgm:pt modelId="{604B97D8-79E3-4BA6-99B5-38548B916ECA}" type="pres">
      <dgm:prSet presAssocID="{BEC8FD5B-A562-4FB7-B278-FDBC93503C38}" presName="textRect" presStyleLbl="revTx" presStyleIdx="3" presStyleCnt="4">
        <dgm:presLayoutVars>
          <dgm:chMax val="1"/>
          <dgm:chPref val="1"/>
        </dgm:presLayoutVars>
      </dgm:prSet>
      <dgm:spPr/>
    </dgm:pt>
  </dgm:ptLst>
  <dgm:cxnLst>
    <dgm:cxn modelId="{41FD852B-4BB4-4B21-B6C9-23FB7042733A}" srcId="{855A9EFE-699C-4C33-8C59-8B41D93A56BE}" destId="{BEC8FD5B-A562-4FB7-B278-FDBC93503C38}" srcOrd="3" destOrd="0" parTransId="{A971D2E3-AAF2-4978-B9C1-CBD3FD90109F}" sibTransId="{6F2165EA-9BA6-4F80-8ECD-6FE008E8461E}"/>
    <dgm:cxn modelId="{329EA74E-6BFA-4BD7-8B96-50D43A70222D}" type="presOf" srcId="{855A9EFE-699C-4C33-8C59-8B41D93A56BE}" destId="{2EF7EEB4-E31C-4CC2-8D59-941498C819A0}" srcOrd="0" destOrd="0" presId="urn:microsoft.com/office/officeart/2018/2/layout/IconCircleList"/>
    <dgm:cxn modelId="{83624686-AC32-42BA-8E66-2F86C8F67C50}" type="presOf" srcId="{2348EA53-55FC-4A6E-8B79-835AB40CFCBE}" destId="{A26ABC1B-6D2C-4481-A57A-5AF6001A2BCE}" srcOrd="0" destOrd="0" presId="urn:microsoft.com/office/officeart/2018/2/layout/IconCircleList"/>
    <dgm:cxn modelId="{6815E08F-2A57-40B7-BABE-0C0CB4C1AAB6}" type="presOf" srcId="{C0DC0F8E-9BE0-43AD-A5B1-7E1EBEC6617B}" destId="{0EB5D03F-32B7-4BDC-BC75-BEEA9EE4AC75}" srcOrd="0" destOrd="0" presId="urn:microsoft.com/office/officeart/2018/2/layout/IconCircleList"/>
    <dgm:cxn modelId="{75D10099-8D4E-43AF-BE9D-99E46A2D8015}" srcId="{855A9EFE-699C-4C33-8C59-8B41D93A56BE}" destId="{A287B9AD-AA19-40E6-85E7-B1326421C95E}" srcOrd="1" destOrd="0" parTransId="{C6F5B1D0-2EDB-4CD8-B49D-2DC1730F4B89}" sibTransId="{16E8CB8A-F5CA-47D5-8540-5D6AC197AC3C}"/>
    <dgm:cxn modelId="{AAB196A2-CBA8-4F04-B7A6-7B8F8A648FCC}" type="presOf" srcId="{A287B9AD-AA19-40E6-85E7-B1326421C95E}" destId="{F1BBB547-AC35-4C8F-8AB8-6D4BB31E4F49}" srcOrd="0" destOrd="0" presId="urn:microsoft.com/office/officeart/2018/2/layout/IconCircleList"/>
    <dgm:cxn modelId="{966BC0A9-1CDD-407A-8C5C-AC443833DD98}" srcId="{855A9EFE-699C-4C33-8C59-8B41D93A56BE}" destId="{EFA95277-E182-44EB-ADC5-FA7A8163BC37}" srcOrd="2" destOrd="0" parTransId="{E1496B6A-6A21-4179-8E25-88CEA2435F3B}" sibTransId="{2348EA53-55FC-4A6E-8B79-835AB40CFCBE}"/>
    <dgm:cxn modelId="{9D9E09BC-540D-4359-A122-C1B217F485AA}" type="presOf" srcId="{EFA95277-E182-44EB-ADC5-FA7A8163BC37}" destId="{284081C0-E7B4-4362-94F5-EBD390557187}" srcOrd="0" destOrd="0" presId="urn:microsoft.com/office/officeart/2018/2/layout/IconCircleList"/>
    <dgm:cxn modelId="{A82028C7-DFA3-4337-8ECE-C61568B89D07}" type="presOf" srcId="{16E8CB8A-F5CA-47D5-8540-5D6AC197AC3C}" destId="{159F0AC5-BEBA-4D1F-BF17-39C6D9C6535D}" srcOrd="0" destOrd="0" presId="urn:microsoft.com/office/officeart/2018/2/layout/IconCircleList"/>
    <dgm:cxn modelId="{585A04DA-ABF1-4F7D-B371-6DB46170B10A}" type="presOf" srcId="{F49E927A-729A-4213-9490-AA2DB23CE69F}" destId="{D54D91D5-0EDE-41BD-A09F-AF1C48A5A4F5}" srcOrd="0" destOrd="0" presId="urn:microsoft.com/office/officeart/2018/2/layout/IconCircleList"/>
    <dgm:cxn modelId="{CA38BBE0-69EF-4AC2-BE43-E82B7AEB485A}" type="presOf" srcId="{BEC8FD5B-A562-4FB7-B278-FDBC93503C38}" destId="{604B97D8-79E3-4BA6-99B5-38548B916ECA}" srcOrd="0" destOrd="0" presId="urn:microsoft.com/office/officeart/2018/2/layout/IconCircleList"/>
    <dgm:cxn modelId="{781511F0-4E1F-495D-9484-C096993539F9}" srcId="{855A9EFE-699C-4C33-8C59-8B41D93A56BE}" destId="{C0DC0F8E-9BE0-43AD-A5B1-7E1EBEC6617B}" srcOrd="0" destOrd="0" parTransId="{C61861F7-04C7-4836-BB6D-E62D1832AD8F}" sibTransId="{F49E927A-729A-4213-9490-AA2DB23CE69F}"/>
    <dgm:cxn modelId="{D7AA387D-F1F9-4576-9A97-9D2D07691E95}" type="presParOf" srcId="{2EF7EEB4-E31C-4CC2-8D59-941498C819A0}" destId="{E5B78495-8AEF-47F2-828C-12CD7281F77B}" srcOrd="0" destOrd="0" presId="urn:microsoft.com/office/officeart/2018/2/layout/IconCircleList"/>
    <dgm:cxn modelId="{84B84F3E-0495-4FD2-8832-80D968729809}" type="presParOf" srcId="{E5B78495-8AEF-47F2-828C-12CD7281F77B}" destId="{4F1BDBEC-7047-4206-9FC7-86A3C254654C}" srcOrd="0" destOrd="0" presId="urn:microsoft.com/office/officeart/2018/2/layout/IconCircleList"/>
    <dgm:cxn modelId="{A05CE26A-3ABB-4A96-8F3A-5A5E2CD6A156}" type="presParOf" srcId="{4F1BDBEC-7047-4206-9FC7-86A3C254654C}" destId="{3FF01A44-96CF-4642-9210-7102DB8AEB15}" srcOrd="0" destOrd="0" presId="urn:microsoft.com/office/officeart/2018/2/layout/IconCircleList"/>
    <dgm:cxn modelId="{3CC2FEB3-640E-4A96-9C51-7235BEA9AD90}" type="presParOf" srcId="{4F1BDBEC-7047-4206-9FC7-86A3C254654C}" destId="{992FA96F-AB69-48BD-929E-B98F514B14BE}" srcOrd="1" destOrd="0" presId="urn:microsoft.com/office/officeart/2018/2/layout/IconCircleList"/>
    <dgm:cxn modelId="{810A109F-E1BD-4D2C-9085-AB6E702D1A8B}" type="presParOf" srcId="{4F1BDBEC-7047-4206-9FC7-86A3C254654C}" destId="{CC25B9A3-9BE9-4242-AE0E-D6D44F433999}" srcOrd="2" destOrd="0" presId="urn:microsoft.com/office/officeart/2018/2/layout/IconCircleList"/>
    <dgm:cxn modelId="{A3130DA5-A4B0-43B1-9C97-68DF888DB511}" type="presParOf" srcId="{4F1BDBEC-7047-4206-9FC7-86A3C254654C}" destId="{0EB5D03F-32B7-4BDC-BC75-BEEA9EE4AC75}" srcOrd="3" destOrd="0" presId="urn:microsoft.com/office/officeart/2018/2/layout/IconCircleList"/>
    <dgm:cxn modelId="{682E63A2-B188-4E63-8D6C-16C87D51993C}" type="presParOf" srcId="{E5B78495-8AEF-47F2-828C-12CD7281F77B}" destId="{D54D91D5-0EDE-41BD-A09F-AF1C48A5A4F5}" srcOrd="1" destOrd="0" presId="urn:microsoft.com/office/officeart/2018/2/layout/IconCircleList"/>
    <dgm:cxn modelId="{43534E43-50AB-4C8D-8FCB-7234ADDE099D}" type="presParOf" srcId="{E5B78495-8AEF-47F2-828C-12CD7281F77B}" destId="{18F53A4D-F4D1-494A-BEC2-88A7DD63F3A7}" srcOrd="2" destOrd="0" presId="urn:microsoft.com/office/officeart/2018/2/layout/IconCircleList"/>
    <dgm:cxn modelId="{040E4CC2-17F4-4D32-A1FA-56F4FE98DACB}" type="presParOf" srcId="{18F53A4D-F4D1-494A-BEC2-88A7DD63F3A7}" destId="{296E9264-EC7A-483C-9277-A7DBFC9FB323}" srcOrd="0" destOrd="0" presId="urn:microsoft.com/office/officeart/2018/2/layout/IconCircleList"/>
    <dgm:cxn modelId="{88C0FA0A-BFFE-4498-8397-AF2900CDF216}" type="presParOf" srcId="{18F53A4D-F4D1-494A-BEC2-88A7DD63F3A7}" destId="{CF31D9DB-12E6-4B2E-996A-C788FA9162CB}" srcOrd="1" destOrd="0" presId="urn:microsoft.com/office/officeart/2018/2/layout/IconCircleList"/>
    <dgm:cxn modelId="{B3F58762-649E-40BC-AF3C-24DD6954A570}" type="presParOf" srcId="{18F53A4D-F4D1-494A-BEC2-88A7DD63F3A7}" destId="{BD44ABBA-B3B6-4E0C-9462-ECFDBF80D51B}" srcOrd="2" destOrd="0" presId="urn:microsoft.com/office/officeart/2018/2/layout/IconCircleList"/>
    <dgm:cxn modelId="{CBDB9966-8B33-4AC9-B9B9-F3F4B26D5CED}" type="presParOf" srcId="{18F53A4D-F4D1-494A-BEC2-88A7DD63F3A7}" destId="{F1BBB547-AC35-4C8F-8AB8-6D4BB31E4F49}" srcOrd="3" destOrd="0" presId="urn:microsoft.com/office/officeart/2018/2/layout/IconCircleList"/>
    <dgm:cxn modelId="{B0E27D6F-1CA5-4C5E-9700-A271CDDAF8BF}" type="presParOf" srcId="{E5B78495-8AEF-47F2-828C-12CD7281F77B}" destId="{159F0AC5-BEBA-4D1F-BF17-39C6D9C6535D}" srcOrd="3" destOrd="0" presId="urn:microsoft.com/office/officeart/2018/2/layout/IconCircleList"/>
    <dgm:cxn modelId="{190A992C-434B-4A5E-90E8-25B2CF836D5B}" type="presParOf" srcId="{E5B78495-8AEF-47F2-828C-12CD7281F77B}" destId="{59265CF4-EA98-472E-845E-3F8BD8714669}" srcOrd="4" destOrd="0" presId="urn:microsoft.com/office/officeart/2018/2/layout/IconCircleList"/>
    <dgm:cxn modelId="{1FAE8806-EF52-4914-9895-7061EE91E85B}" type="presParOf" srcId="{59265CF4-EA98-472E-845E-3F8BD8714669}" destId="{D171A1A1-5241-4B19-87EF-12EA891990D1}" srcOrd="0" destOrd="0" presId="urn:microsoft.com/office/officeart/2018/2/layout/IconCircleList"/>
    <dgm:cxn modelId="{7B4FFB6B-7078-42C1-B3ED-D28EE0CFC985}" type="presParOf" srcId="{59265CF4-EA98-472E-845E-3F8BD8714669}" destId="{48A3AC48-A5DF-45ED-B8D9-55CB1282DE82}" srcOrd="1" destOrd="0" presId="urn:microsoft.com/office/officeart/2018/2/layout/IconCircleList"/>
    <dgm:cxn modelId="{61242C1C-4A16-4305-A88A-220C9794C620}" type="presParOf" srcId="{59265CF4-EA98-472E-845E-3F8BD8714669}" destId="{108D49EB-E2A9-482A-81D9-8766CC6C73E8}" srcOrd="2" destOrd="0" presId="urn:microsoft.com/office/officeart/2018/2/layout/IconCircleList"/>
    <dgm:cxn modelId="{CC9340BE-BE0E-4117-A61D-EFBABFBACF96}" type="presParOf" srcId="{59265CF4-EA98-472E-845E-3F8BD8714669}" destId="{284081C0-E7B4-4362-94F5-EBD390557187}" srcOrd="3" destOrd="0" presId="urn:microsoft.com/office/officeart/2018/2/layout/IconCircleList"/>
    <dgm:cxn modelId="{F69F3D5A-4856-482D-8438-463B6E33FF92}" type="presParOf" srcId="{E5B78495-8AEF-47F2-828C-12CD7281F77B}" destId="{A26ABC1B-6D2C-4481-A57A-5AF6001A2BCE}" srcOrd="5" destOrd="0" presId="urn:microsoft.com/office/officeart/2018/2/layout/IconCircleList"/>
    <dgm:cxn modelId="{90C0A6CC-0F50-4543-B8FA-860AAA7D748A}" type="presParOf" srcId="{E5B78495-8AEF-47F2-828C-12CD7281F77B}" destId="{21F8BB4E-6946-47D8-AA85-409ED6F72527}" srcOrd="6" destOrd="0" presId="urn:microsoft.com/office/officeart/2018/2/layout/IconCircleList"/>
    <dgm:cxn modelId="{7BD03BB1-D3B8-40EB-A2BB-005EC451F350}" type="presParOf" srcId="{21F8BB4E-6946-47D8-AA85-409ED6F72527}" destId="{49B636F1-7881-4319-9EE5-D0E31EB9679B}" srcOrd="0" destOrd="0" presId="urn:microsoft.com/office/officeart/2018/2/layout/IconCircleList"/>
    <dgm:cxn modelId="{93485ACE-89A2-49FB-AC31-24C5369AD10D}" type="presParOf" srcId="{21F8BB4E-6946-47D8-AA85-409ED6F72527}" destId="{E145414A-DD7F-4D91-8502-DD0688E3AEFF}" srcOrd="1" destOrd="0" presId="urn:microsoft.com/office/officeart/2018/2/layout/IconCircleList"/>
    <dgm:cxn modelId="{BCB1E08F-D453-4FF3-AAFD-2A65B558F056}" type="presParOf" srcId="{21F8BB4E-6946-47D8-AA85-409ED6F72527}" destId="{6C7C379F-4D3F-46BB-B01E-F3E6673F1B1C}" srcOrd="2" destOrd="0" presId="urn:microsoft.com/office/officeart/2018/2/layout/IconCircleList"/>
    <dgm:cxn modelId="{2498FA22-9391-4B48-AD80-30DD09E224DD}" type="presParOf" srcId="{21F8BB4E-6946-47D8-AA85-409ED6F72527}" destId="{604B97D8-79E3-4BA6-99B5-38548B916EC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A49CAE-CE16-442A-B432-E80B0905670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035F7C7-1D92-47A4-A0AC-BCA4B7CB902D}">
      <dgm:prSet/>
      <dgm:spPr/>
      <dgm:t>
        <a:bodyPr/>
        <a:lstStyle/>
        <a:p>
          <a:pPr>
            <a:lnSpc>
              <a:spcPct val="100000"/>
            </a:lnSpc>
          </a:pPr>
          <a:r>
            <a:rPr lang="en-US" b="0" i="0" baseline="0"/>
            <a:t>Use </a:t>
          </a:r>
          <a:r>
            <a:rPr lang="en-US" b="1" i="0" baseline="0"/>
            <a:t>RBAC and least privilege</a:t>
          </a:r>
          <a:r>
            <a:rPr lang="en-US" b="0" i="0" baseline="0"/>
            <a:t>—only give people access they truly need (Snyk)</a:t>
          </a:r>
          <a:endParaRPr lang="en-US"/>
        </a:p>
      </dgm:t>
    </dgm:pt>
    <dgm:pt modelId="{04738973-7839-4B00-A47D-84182FCB1C30}" type="parTrans" cxnId="{D4605368-C306-409F-BBFC-21756CF5F0AB}">
      <dgm:prSet/>
      <dgm:spPr/>
      <dgm:t>
        <a:bodyPr/>
        <a:lstStyle/>
        <a:p>
          <a:endParaRPr lang="en-US"/>
        </a:p>
      </dgm:t>
    </dgm:pt>
    <dgm:pt modelId="{A6D87EF8-67AE-4958-9D92-05D2149E34F5}" type="sibTrans" cxnId="{D4605368-C306-409F-BBFC-21756CF5F0AB}">
      <dgm:prSet/>
      <dgm:spPr/>
      <dgm:t>
        <a:bodyPr/>
        <a:lstStyle/>
        <a:p>
          <a:endParaRPr lang="en-US"/>
        </a:p>
      </dgm:t>
    </dgm:pt>
    <dgm:pt modelId="{ACB7D0D2-A92C-40E3-AA3A-973FEFF37D2B}">
      <dgm:prSet/>
      <dgm:spPr/>
      <dgm:t>
        <a:bodyPr/>
        <a:lstStyle/>
        <a:p>
          <a:pPr>
            <a:lnSpc>
              <a:spcPct val="100000"/>
            </a:lnSpc>
          </a:pPr>
          <a:r>
            <a:rPr lang="en-US" b="0" i="0" baseline="0" dirty="0"/>
            <a:t>Require </a:t>
          </a:r>
          <a:r>
            <a:rPr lang="en-US" b="1" i="0" baseline="0" dirty="0"/>
            <a:t>MFA for all repository access</a:t>
          </a:r>
          <a:endParaRPr lang="en-US" dirty="0"/>
        </a:p>
      </dgm:t>
    </dgm:pt>
    <dgm:pt modelId="{8B869A0C-1C5E-4439-9F1E-EC35D12664DF}" type="parTrans" cxnId="{6CE001C3-E63F-41CB-B8A0-0CF8C5260039}">
      <dgm:prSet/>
      <dgm:spPr/>
      <dgm:t>
        <a:bodyPr/>
        <a:lstStyle/>
        <a:p>
          <a:endParaRPr lang="en-US"/>
        </a:p>
      </dgm:t>
    </dgm:pt>
    <dgm:pt modelId="{6F7B8277-3481-45B9-B3A1-94CD2B1920DB}" type="sibTrans" cxnId="{6CE001C3-E63F-41CB-B8A0-0CF8C5260039}">
      <dgm:prSet/>
      <dgm:spPr/>
      <dgm:t>
        <a:bodyPr/>
        <a:lstStyle/>
        <a:p>
          <a:endParaRPr lang="en-US"/>
        </a:p>
      </dgm:t>
    </dgm:pt>
    <dgm:pt modelId="{C0FB4832-778C-40B2-8EDF-22749BC70881}">
      <dgm:prSet/>
      <dgm:spPr/>
      <dgm:t>
        <a:bodyPr/>
        <a:lstStyle/>
        <a:p>
          <a:pPr>
            <a:lnSpc>
              <a:spcPct val="100000"/>
            </a:lnSpc>
          </a:pPr>
          <a:r>
            <a:rPr lang="en-US" b="1" i="0" baseline="0" dirty="0"/>
            <a:t>No shared accounts</a:t>
          </a:r>
          <a:r>
            <a:rPr lang="en-US" b="0" i="0" baseline="0" dirty="0"/>
            <a:t>—use individual identities with traceable actions</a:t>
          </a:r>
          <a:endParaRPr lang="en-US" dirty="0"/>
        </a:p>
      </dgm:t>
    </dgm:pt>
    <dgm:pt modelId="{232EECE1-2E46-4DB6-8860-44DC988F4DA9}" type="parTrans" cxnId="{714F50AF-437C-455D-8173-D0A6F09F5E88}">
      <dgm:prSet/>
      <dgm:spPr/>
      <dgm:t>
        <a:bodyPr/>
        <a:lstStyle/>
        <a:p>
          <a:endParaRPr lang="en-US"/>
        </a:p>
      </dgm:t>
    </dgm:pt>
    <dgm:pt modelId="{74E272A8-7C1D-41A3-8527-7B87DF3A2344}" type="sibTrans" cxnId="{714F50AF-437C-455D-8173-D0A6F09F5E88}">
      <dgm:prSet/>
      <dgm:spPr/>
      <dgm:t>
        <a:bodyPr/>
        <a:lstStyle/>
        <a:p>
          <a:endParaRPr lang="en-US"/>
        </a:p>
      </dgm:t>
    </dgm:pt>
    <dgm:pt modelId="{4D79DC7A-624A-4386-8305-BE3A1F713201}">
      <dgm:prSet/>
      <dgm:spPr/>
      <dgm:t>
        <a:bodyPr/>
        <a:lstStyle/>
        <a:p>
          <a:pPr>
            <a:lnSpc>
              <a:spcPct val="100000"/>
            </a:lnSpc>
          </a:pPr>
          <a:r>
            <a:rPr lang="en-US" b="1" i="0" baseline="0"/>
            <a:t>Re-certify access regularly</a:t>
          </a:r>
          <a:r>
            <a:rPr lang="en-US" b="0" i="0" baseline="0"/>
            <a:t> when roles change or staff depart</a:t>
          </a:r>
          <a:endParaRPr lang="en-US"/>
        </a:p>
      </dgm:t>
    </dgm:pt>
    <dgm:pt modelId="{AFD57F72-C841-4181-AF9C-98F30A5B198E}" type="parTrans" cxnId="{248BF03C-BAD7-4C74-B571-882EB1506C6E}">
      <dgm:prSet/>
      <dgm:spPr/>
      <dgm:t>
        <a:bodyPr/>
        <a:lstStyle/>
        <a:p>
          <a:endParaRPr lang="en-US"/>
        </a:p>
      </dgm:t>
    </dgm:pt>
    <dgm:pt modelId="{3FBB6266-42AD-4290-8A14-E8E4C696C05E}" type="sibTrans" cxnId="{248BF03C-BAD7-4C74-B571-882EB1506C6E}">
      <dgm:prSet/>
      <dgm:spPr/>
      <dgm:t>
        <a:bodyPr/>
        <a:lstStyle/>
        <a:p>
          <a:endParaRPr lang="en-US"/>
        </a:p>
      </dgm:t>
    </dgm:pt>
    <dgm:pt modelId="{22BCBDD7-F840-4370-BD32-B75A27E11F3A}" type="pres">
      <dgm:prSet presAssocID="{68A49CAE-CE16-442A-B432-E80B09056702}" presName="root" presStyleCnt="0">
        <dgm:presLayoutVars>
          <dgm:dir/>
          <dgm:resizeHandles val="exact"/>
        </dgm:presLayoutVars>
      </dgm:prSet>
      <dgm:spPr/>
    </dgm:pt>
    <dgm:pt modelId="{39F226B1-5DC4-4D32-A510-C77A848A9424}" type="pres">
      <dgm:prSet presAssocID="{E035F7C7-1D92-47A4-A0AC-BCA4B7CB902D}" presName="compNode" presStyleCnt="0"/>
      <dgm:spPr/>
    </dgm:pt>
    <dgm:pt modelId="{FDB95856-3FEF-4E12-8882-E67518E49854}" type="pres">
      <dgm:prSet presAssocID="{E035F7C7-1D92-47A4-A0AC-BCA4B7CB902D}" presName="bgRect" presStyleLbl="bgShp" presStyleIdx="0" presStyleCnt="4"/>
      <dgm:spPr/>
    </dgm:pt>
    <dgm:pt modelId="{ACECC38C-6EC0-4874-B3F5-6731FB10E6EA}" type="pres">
      <dgm:prSet presAssocID="{E035F7C7-1D92-47A4-A0AC-BCA4B7CB902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ilbox"/>
        </a:ext>
      </dgm:extLst>
    </dgm:pt>
    <dgm:pt modelId="{FB3FFB6B-B356-4280-9C5D-B0295E42CD05}" type="pres">
      <dgm:prSet presAssocID="{E035F7C7-1D92-47A4-A0AC-BCA4B7CB902D}" presName="spaceRect" presStyleCnt="0"/>
      <dgm:spPr/>
    </dgm:pt>
    <dgm:pt modelId="{42DC4E98-5C2F-459A-8487-49F88EABCC8F}" type="pres">
      <dgm:prSet presAssocID="{E035F7C7-1D92-47A4-A0AC-BCA4B7CB902D}" presName="parTx" presStyleLbl="revTx" presStyleIdx="0" presStyleCnt="4">
        <dgm:presLayoutVars>
          <dgm:chMax val="0"/>
          <dgm:chPref val="0"/>
        </dgm:presLayoutVars>
      </dgm:prSet>
      <dgm:spPr/>
    </dgm:pt>
    <dgm:pt modelId="{6DA36E2D-B134-4441-8D52-7A7468D166F1}" type="pres">
      <dgm:prSet presAssocID="{A6D87EF8-67AE-4958-9D92-05D2149E34F5}" presName="sibTrans" presStyleCnt="0"/>
      <dgm:spPr/>
    </dgm:pt>
    <dgm:pt modelId="{BD61415A-0F47-414A-B212-8C1B569669CE}" type="pres">
      <dgm:prSet presAssocID="{ACB7D0D2-A92C-40E3-AA3A-973FEFF37D2B}" presName="compNode" presStyleCnt="0"/>
      <dgm:spPr/>
    </dgm:pt>
    <dgm:pt modelId="{13051545-FFBA-4900-884D-5C2FDAFC3A35}" type="pres">
      <dgm:prSet presAssocID="{ACB7D0D2-A92C-40E3-AA3A-973FEFF37D2B}" presName="bgRect" presStyleLbl="bgShp" presStyleIdx="1" presStyleCnt="4"/>
      <dgm:spPr/>
    </dgm:pt>
    <dgm:pt modelId="{E1934DF5-186C-42AB-AA7B-A25E0EEC7D0A}" type="pres">
      <dgm:prSet presAssocID="{ACB7D0D2-A92C-40E3-AA3A-973FEFF37D2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ter"/>
        </a:ext>
      </dgm:extLst>
    </dgm:pt>
    <dgm:pt modelId="{E17AEE70-4A73-4CF1-85D5-57545A8AD96B}" type="pres">
      <dgm:prSet presAssocID="{ACB7D0D2-A92C-40E3-AA3A-973FEFF37D2B}" presName="spaceRect" presStyleCnt="0"/>
      <dgm:spPr/>
    </dgm:pt>
    <dgm:pt modelId="{32E85D5B-2FBE-4705-9F3D-E3939270497D}" type="pres">
      <dgm:prSet presAssocID="{ACB7D0D2-A92C-40E3-AA3A-973FEFF37D2B}" presName="parTx" presStyleLbl="revTx" presStyleIdx="1" presStyleCnt="4">
        <dgm:presLayoutVars>
          <dgm:chMax val="0"/>
          <dgm:chPref val="0"/>
        </dgm:presLayoutVars>
      </dgm:prSet>
      <dgm:spPr/>
    </dgm:pt>
    <dgm:pt modelId="{7A6B99F5-6259-4AF3-9898-3EA4C0637772}" type="pres">
      <dgm:prSet presAssocID="{6F7B8277-3481-45B9-B3A1-94CD2B1920DB}" presName="sibTrans" presStyleCnt="0"/>
      <dgm:spPr/>
    </dgm:pt>
    <dgm:pt modelId="{EEB4CB00-99B4-4BA3-8C82-47E2CA5D634B}" type="pres">
      <dgm:prSet presAssocID="{C0FB4832-778C-40B2-8EDF-22749BC70881}" presName="compNode" presStyleCnt="0"/>
      <dgm:spPr/>
    </dgm:pt>
    <dgm:pt modelId="{E4CB445D-9420-4D13-B7DB-B507B5787419}" type="pres">
      <dgm:prSet presAssocID="{C0FB4832-778C-40B2-8EDF-22749BC70881}" presName="bgRect" presStyleLbl="bgShp" presStyleIdx="2" presStyleCnt="4"/>
      <dgm:spPr/>
    </dgm:pt>
    <dgm:pt modelId="{2A4D4AFE-2D59-4089-8B55-6CE59254B4FB}" type="pres">
      <dgm:prSet presAssocID="{C0FB4832-778C-40B2-8EDF-22749BC7088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mployee Badge"/>
        </a:ext>
      </dgm:extLst>
    </dgm:pt>
    <dgm:pt modelId="{89B0A1A1-D287-4C29-9462-59C9529D2090}" type="pres">
      <dgm:prSet presAssocID="{C0FB4832-778C-40B2-8EDF-22749BC70881}" presName="spaceRect" presStyleCnt="0"/>
      <dgm:spPr/>
    </dgm:pt>
    <dgm:pt modelId="{4A80A644-E51C-4AED-B703-BD9EDCA7D7E3}" type="pres">
      <dgm:prSet presAssocID="{C0FB4832-778C-40B2-8EDF-22749BC70881}" presName="parTx" presStyleLbl="revTx" presStyleIdx="2" presStyleCnt="4">
        <dgm:presLayoutVars>
          <dgm:chMax val="0"/>
          <dgm:chPref val="0"/>
        </dgm:presLayoutVars>
      </dgm:prSet>
      <dgm:spPr/>
    </dgm:pt>
    <dgm:pt modelId="{AC706F26-5D21-47B9-B015-0F04215795E2}" type="pres">
      <dgm:prSet presAssocID="{74E272A8-7C1D-41A3-8527-7B87DF3A2344}" presName="sibTrans" presStyleCnt="0"/>
      <dgm:spPr/>
    </dgm:pt>
    <dgm:pt modelId="{DADD523E-7B77-4596-968D-FBA2E21C00D9}" type="pres">
      <dgm:prSet presAssocID="{4D79DC7A-624A-4386-8305-BE3A1F713201}" presName="compNode" presStyleCnt="0"/>
      <dgm:spPr/>
    </dgm:pt>
    <dgm:pt modelId="{14FF1D5C-E535-400D-A445-1BF350CAFDE0}" type="pres">
      <dgm:prSet presAssocID="{4D79DC7A-624A-4386-8305-BE3A1F713201}" presName="bgRect" presStyleLbl="bgShp" presStyleIdx="3" presStyleCnt="4"/>
      <dgm:spPr/>
    </dgm:pt>
    <dgm:pt modelId="{2C1BCCED-D5AA-443F-9CDF-2A16DE3AE0D8}" type="pres">
      <dgm:prSet presAssocID="{4D79DC7A-624A-4386-8305-BE3A1F71320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ser"/>
        </a:ext>
      </dgm:extLst>
    </dgm:pt>
    <dgm:pt modelId="{CEA39FB7-E04E-4B27-BC3C-86CDDAB8E548}" type="pres">
      <dgm:prSet presAssocID="{4D79DC7A-624A-4386-8305-BE3A1F713201}" presName="spaceRect" presStyleCnt="0"/>
      <dgm:spPr/>
    </dgm:pt>
    <dgm:pt modelId="{14F23C7D-9982-4B1F-B9F8-D01F550FF58C}" type="pres">
      <dgm:prSet presAssocID="{4D79DC7A-624A-4386-8305-BE3A1F713201}" presName="parTx" presStyleLbl="revTx" presStyleIdx="3" presStyleCnt="4">
        <dgm:presLayoutVars>
          <dgm:chMax val="0"/>
          <dgm:chPref val="0"/>
        </dgm:presLayoutVars>
      </dgm:prSet>
      <dgm:spPr/>
    </dgm:pt>
  </dgm:ptLst>
  <dgm:cxnLst>
    <dgm:cxn modelId="{09750A0F-BC6D-4DA9-943F-531E9F86D6BB}" type="presOf" srcId="{68A49CAE-CE16-442A-B432-E80B09056702}" destId="{22BCBDD7-F840-4370-BD32-B75A27E11F3A}" srcOrd="0" destOrd="0" presId="urn:microsoft.com/office/officeart/2018/2/layout/IconVerticalSolidList"/>
    <dgm:cxn modelId="{F894682B-F814-400F-9324-83F84C662F4F}" type="presOf" srcId="{4D79DC7A-624A-4386-8305-BE3A1F713201}" destId="{14F23C7D-9982-4B1F-B9F8-D01F550FF58C}" srcOrd="0" destOrd="0" presId="urn:microsoft.com/office/officeart/2018/2/layout/IconVerticalSolidList"/>
    <dgm:cxn modelId="{7A104E39-F182-42FC-AD44-097892A5BB2D}" type="presOf" srcId="{E035F7C7-1D92-47A4-A0AC-BCA4B7CB902D}" destId="{42DC4E98-5C2F-459A-8487-49F88EABCC8F}" srcOrd="0" destOrd="0" presId="urn:microsoft.com/office/officeart/2018/2/layout/IconVerticalSolidList"/>
    <dgm:cxn modelId="{248BF03C-BAD7-4C74-B571-882EB1506C6E}" srcId="{68A49CAE-CE16-442A-B432-E80B09056702}" destId="{4D79DC7A-624A-4386-8305-BE3A1F713201}" srcOrd="3" destOrd="0" parTransId="{AFD57F72-C841-4181-AF9C-98F30A5B198E}" sibTransId="{3FBB6266-42AD-4290-8A14-E8E4C696C05E}"/>
    <dgm:cxn modelId="{D4605368-C306-409F-BBFC-21756CF5F0AB}" srcId="{68A49CAE-CE16-442A-B432-E80B09056702}" destId="{E035F7C7-1D92-47A4-A0AC-BCA4B7CB902D}" srcOrd="0" destOrd="0" parTransId="{04738973-7839-4B00-A47D-84182FCB1C30}" sibTransId="{A6D87EF8-67AE-4958-9D92-05D2149E34F5}"/>
    <dgm:cxn modelId="{1794429B-FD7C-45A7-AA16-510C388511A9}" type="presOf" srcId="{C0FB4832-778C-40B2-8EDF-22749BC70881}" destId="{4A80A644-E51C-4AED-B703-BD9EDCA7D7E3}" srcOrd="0" destOrd="0" presId="urn:microsoft.com/office/officeart/2018/2/layout/IconVerticalSolidList"/>
    <dgm:cxn modelId="{714F50AF-437C-455D-8173-D0A6F09F5E88}" srcId="{68A49CAE-CE16-442A-B432-E80B09056702}" destId="{C0FB4832-778C-40B2-8EDF-22749BC70881}" srcOrd="2" destOrd="0" parTransId="{232EECE1-2E46-4DB6-8860-44DC988F4DA9}" sibTransId="{74E272A8-7C1D-41A3-8527-7B87DF3A2344}"/>
    <dgm:cxn modelId="{6CE001C3-E63F-41CB-B8A0-0CF8C5260039}" srcId="{68A49CAE-CE16-442A-B432-E80B09056702}" destId="{ACB7D0D2-A92C-40E3-AA3A-973FEFF37D2B}" srcOrd="1" destOrd="0" parTransId="{8B869A0C-1C5E-4439-9F1E-EC35D12664DF}" sibTransId="{6F7B8277-3481-45B9-B3A1-94CD2B1920DB}"/>
    <dgm:cxn modelId="{AED543D0-D1F7-4A8C-92E6-E80F64B44EAC}" type="presOf" srcId="{ACB7D0D2-A92C-40E3-AA3A-973FEFF37D2B}" destId="{32E85D5B-2FBE-4705-9F3D-E3939270497D}" srcOrd="0" destOrd="0" presId="urn:microsoft.com/office/officeart/2018/2/layout/IconVerticalSolidList"/>
    <dgm:cxn modelId="{A84621F3-AA02-4542-ADA4-8FD8288ACB35}" type="presParOf" srcId="{22BCBDD7-F840-4370-BD32-B75A27E11F3A}" destId="{39F226B1-5DC4-4D32-A510-C77A848A9424}" srcOrd="0" destOrd="0" presId="urn:microsoft.com/office/officeart/2018/2/layout/IconVerticalSolidList"/>
    <dgm:cxn modelId="{40FCEA5C-E3AB-43D2-BACE-573037853030}" type="presParOf" srcId="{39F226B1-5DC4-4D32-A510-C77A848A9424}" destId="{FDB95856-3FEF-4E12-8882-E67518E49854}" srcOrd="0" destOrd="0" presId="urn:microsoft.com/office/officeart/2018/2/layout/IconVerticalSolidList"/>
    <dgm:cxn modelId="{AF481827-9B60-4320-8D16-4C8A9A60D1F0}" type="presParOf" srcId="{39F226B1-5DC4-4D32-A510-C77A848A9424}" destId="{ACECC38C-6EC0-4874-B3F5-6731FB10E6EA}" srcOrd="1" destOrd="0" presId="urn:microsoft.com/office/officeart/2018/2/layout/IconVerticalSolidList"/>
    <dgm:cxn modelId="{7972BA66-CDC3-40A8-A75F-5939A1F799C8}" type="presParOf" srcId="{39F226B1-5DC4-4D32-A510-C77A848A9424}" destId="{FB3FFB6B-B356-4280-9C5D-B0295E42CD05}" srcOrd="2" destOrd="0" presId="urn:microsoft.com/office/officeart/2018/2/layout/IconVerticalSolidList"/>
    <dgm:cxn modelId="{03804F54-CB83-4ED9-B041-DF434614804B}" type="presParOf" srcId="{39F226B1-5DC4-4D32-A510-C77A848A9424}" destId="{42DC4E98-5C2F-459A-8487-49F88EABCC8F}" srcOrd="3" destOrd="0" presId="urn:microsoft.com/office/officeart/2018/2/layout/IconVerticalSolidList"/>
    <dgm:cxn modelId="{678147C0-3C4C-4180-9BE6-F2E946B3D28D}" type="presParOf" srcId="{22BCBDD7-F840-4370-BD32-B75A27E11F3A}" destId="{6DA36E2D-B134-4441-8D52-7A7468D166F1}" srcOrd="1" destOrd="0" presId="urn:microsoft.com/office/officeart/2018/2/layout/IconVerticalSolidList"/>
    <dgm:cxn modelId="{1682596F-8902-4E1C-B2BE-3C7F0071F9FC}" type="presParOf" srcId="{22BCBDD7-F840-4370-BD32-B75A27E11F3A}" destId="{BD61415A-0F47-414A-B212-8C1B569669CE}" srcOrd="2" destOrd="0" presId="urn:microsoft.com/office/officeart/2018/2/layout/IconVerticalSolidList"/>
    <dgm:cxn modelId="{FA00E1DB-A165-4A3C-9670-CDE865907703}" type="presParOf" srcId="{BD61415A-0F47-414A-B212-8C1B569669CE}" destId="{13051545-FFBA-4900-884D-5C2FDAFC3A35}" srcOrd="0" destOrd="0" presId="urn:microsoft.com/office/officeart/2018/2/layout/IconVerticalSolidList"/>
    <dgm:cxn modelId="{AAF4754C-62C2-4F9C-858B-E2561869595C}" type="presParOf" srcId="{BD61415A-0F47-414A-B212-8C1B569669CE}" destId="{E1934DF5-186C-42AB-AA7B-A25E0EEC7D0A}" srcOrd="1" destOrd="0" presId="urn:microsoft.com/office/officeart/2018/2/layout/IconVerticalSolidList"/>
    <dgm:cxn modelId="{8EC04E8A-C924-486D-84E7-0A53ABE7A8BA}" type="presParOf" srcId="{BD61415A-0F47-414A-B212-8C1B569669CE}" destId="{E17AEE70-4A73-4CF1-85D5-57545A8AD96B}" srcOrd="2" destOrd="0" presId="urn:microsoft.com/office/officeart/2018/2/layout/IconVerticalSolidList"/>
    <dgm:cxn modelId="{4DA9338C-0116-43AB-B3BD-B1F97DE806B2}" type="presParOf" srcId="{BD61415A-0F47-414A-B212-8C1B569669CE}" destId="{32E85D5B-2FBE-4705-9F3D-E3939270497D}" srcOrd="3" destOrd="0" presId="urn:microsoft.com/office/officeart/2018/2/layout/IconVerticalSolidList"/>
    <dgm:cxn modelId="{DAB5DEBE-D630-49F2-987E-DCE3EF4A5A81}" type="presParOf" srcId="{22BCBDD7-F840-4370-BD32-B75A27E11F3A}" destId="{7A6B99F5-6259-4AF3-9898-3EA4C0637772}" srcOrd="3" destOrd="0" presId="urn:microsoft.com/office/officeart/2018/2/layout/IconVerticalSolidList"/>
    <dgm:cxn modelId="{E10D8508-7E01-41D6-A97B-D3126AD661CD}" type="presParOf" srcId="{22BCBDD7-F840-4370-BD32-B75A27E11F3A}" destId="{EEB4CB00-99B4-4BA3-8C82-47E2CA5D634B}" srcOrd="4" destOrd="0" presId="urn:microsoft.com/office/officeart/2018/2/layout/IconVerticalSolidList"/>
    <dgm:cxn modelId="{163C5479-AC9E-4B4F-8602-8BC4716256A1}" type="presParOf" srcId="{EEB4CB00-99B4-4BA3-8C82-47E2CA5D634B}" destId="{E4CB445D-9420-4D13-B7DB-B507B5787419}" srcOrd="0" destOrd="0" presId="urn:microsoft.com/office/officeart/2018/2/layout/IconVerticalSolidList"/>
    <dgm:cxn modelId="{ED36DE02-0D2F-4E38-9042-D31909480182}" type="presParOf" srcId="{EEB4CB00-99B4-4BA3-8C82-47E2CA5D634B}" destId="{2A4D4AFE-2D59-4089-8B55-6CE59254B4FB}" srcOrd="1" destOrd="0" presId="urn:microsoft.com/office/officeart/2018/2/layout/IconVerticalSolidList"/>
    <dgm:cxn modelId="{3859D9F5-2C50-458D-8B19-A023CEB8FB34}" type="presParOf" srcId="{EEB4CB00-99B4-4BA3-8C82-47E2CA5D634B}" destId="{89B0A1A1-D287-4C29-9462-59C9529D2090}" srcOrd="2" destOrd="0" presId="urn:microsoft.com/office/officeart/2018/2/layout/IconVerticalSolidList"/>
    <dgm:cxn modelId="{4EC7EEB6-B79B-4457-AEDC-C29357C63DCE}" type="presParOf" srcId="{EEB4CB00-99B4-4BA3-8C82-47E2CA5D634B}" destId="{4A80A644-E51C-4AED-B703-BD9EDCA7D7E3}" srcOrd="3" destOrd="0" presId="urn:microsoft.com/office/officeart/2018/2/layout/IconVerticalSolidList"/>
    <dgm:cxn modelId="{FAD325E1-0500-4421-A9C4-08EAC8DA719C}" type="presParOf" srcId="{22BCBDD7-F840-4370-BD32-B75A27E11F3A}" destId="{AC706F26-5D21-47B9-B015-0F04215795E2}" srcOrd="5" destOrd="0" presId="urn:microsoft.com/office/officeart/2018/2/layout/IconVerticalSolidList"/>
    <dgm:cxn modelId="{E92FC16F-88D4-4E9C-AFD1-26019DA53574}" type="presParOf" srcId="{22BCBDD7-F840-4370-BD32-B75A27E11F3A}" destId="{DADD523E-7B77-4596-968D-FBA2E21C00D9}" srcOrd="6" destOrd="0" presId="urn:microsoft.com/office/officeart/2018/2/layout/IconVerticalSolidList"/>
    <dgm:cxn modelId="{C876E31A-4DFB-46F3-BA69-191E35AC49C6}" type="presParOf" srcId="{DADD523E-7B77-4596-968D-FBA2E21C00D9}" destId="{14FF1D5C-E535-400D-A445-1BF350CAFDE0}" srcOrd="0" destOrd="0" presId="urn:microsoft.com/office/officeart/2018/2/layout/IconVerticalSolidList"/>
    <dgm:cxn modelId="{4DCBF0A1-FF50-4DE7-AD02-F7F1420DE2FF}" type="presParOf" srcId="{DADD523E-7B77-4596-968D-FBA2E21C00D9}" destId="{2C1BCCED-D5AA-443F-9CDF-2A16DE3AE0D8}" srcOrd="1" destOrd="0" presId="urn:microsoft.com/office/officeart/2018/2/layout/IconVerticalSolidList"/>
    <dgm:cxn modelId="{197FDCFC-993E-4616-9B05-525B5D5C4F28}" type="presParOf" srcId="{DADD523E-7B77-4596-968D-FBA2E21C00D9}" destId="{CEA39FB7-E04E-4B27-BC3C-86CDDAB8E548}" srcOrd="2" destOrd="0" presId="urn:microsoft.com/office/officeart/2018/2/layout/IconVerticalSolidList"/>
    <dgm:cxn modelId="{4EC1E0FA-E5B8-4C20-AA4E-4359E154FF59}" type="presParOf" srcId="{DADD523E-7B77-4596-968D-FBA2E21C00D9}" destId="{14F23C7D-9982-4B1F-B9F8-D01F550FF58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738A7D-A671-4E19-B16F-D41CE62A1065}" type="doc">
      <dgm:prSet loTypeId="urn:microsoft.com/office/officeart/2016/7/layout/VerticalHollowActionList" loCatId="List" qsTypeId="urn:microsoft.com/office/officeart/2005/8/quickstyle/simple1" qsCatId="simple" csTypeId="urn:microsoft.com/office/officeart/2005/8/colors/accent1_2" csCatId="accent1"/>
      <dgm:spPr/>
      <dgm:t>
        <a:bodyPr/>
        <a:lstStyle/>
        <a:p>
          <a:endParaRPr lang="en-US"/>
        </a:p>
      </dgm:t>
    </dgm:pt>
    <dgm:pt modelId="{5CCA6C5C-8580-44D2-AB3B-C9A29181DD83}">
      <dgm:prSet/>
      <dgm:spPr/>
      <dgm:t>
        <a:bodyPr/>
        <a:lstStyle/>
        <a:p>
          <a:r>
            <a:rPr lang="en-US"/>
            <a:t>Store</a:t>
          </a:r>
        </a:p>
      </dgm:t>
    </dgm:pt>
    <dgm:pt modelId="{D48A7D1A-BE56-4F22-AFDA-54B20E3B7CD9}" type="parTrans" cxnId="{2341684F-0093-4A25-9570-11FDABF82C8A}">
      <dgm:prSet/>
      <dgm:spPr/>
      <dgm:t>
        <a:bodyPr/>
        <a:lstStyle/>
        <a:p>
          <a:endParaRPr lang="en-US"/>
        </a:p>
      </dgm:t>
    </dgm:pt>
    <dgm:pt modelId="{4ECDABDC-674B-4656-9E8E-FEB373270043}" type="sibTrans" cxnId="{2341684F-0093-4A25-9570-11FDABF82C8A}">
      <dgm:prSet/>
      <dgm:spPr/>
      <dgm:t>
        <a:bodyPr/>
        <a:lstStyle/>
        <a:p>
          <a:endParaRPr lang="en-US"/>
        </a:p>
      </dgm:t>
    </dgm:pt>
    <dgm:pt modelId="{3A8F9CD3-A8A8-44A2-AC16-79BEF4ED1F57}">
      <dgm:prSet/>
      <dgm:spPr/>
      <dgm:t>
        <a:bodyPr/>
        <a:lstStyle/>
        <a:p>
          <a:r>
            <a:rPr lang="en-US"/>
            <a:t>Never store passwords, tokens, keys, or secrets in code</a:t>
          </a:r>
        </a:p>
      </dgm:t>
    </dgm:pt>
    <dgm:pt modelId="{C9129366-0C2C-48E0-9F83-6DBA3972077A}" type="parTrans" cxnId="{AB91A54C-577E-460B-B759-D1EAEBACC6B0}">
      <dgm:prSet/>
      <dgm:spPr/>
      <dgm:t>
        <a:bodyPr/>
        <a:lstStyle/>
        <a:p>
          <a:endParaRPr lang="en-US"/>
        </a:p>
      </dgm:t>
    </dgm:pt>
    <dgm:pt modelId="{F8862F07-D02A-408B-B696-9EF8DC1C834E}" type="sibTrans" cxnId="{AB91A54C-577E-460B-B759-D1EAEBACC6B0}">
      <dgm:prSet/>
      <dgm:spPr/>
      <dgm:t>
        <a:bodyPr/>
        <a:lstStyle/>
        <a:p>
          <a:endParaRPr lang="en-US"/>
        </a:p>
      </dgm:t>
    </dgm:pt>
    <dgm:pt modelId="{9D038DA6-66F6-4C5A-A5F0-A3308DCF3381}">
      <dgm:prSet/>
      <dgm:spPr/>
      <dgm:t>
        <a:bodyPr/>
        <a:lstStyle/>
        <a:p>
          <a:r>
            <a:rPr lang="en-US"/>
            <a:t>Use</a:t>
          </a:r>
        </a:p>
      </dgm:t>
    </dgm:pt>
    <dgm:pt modelId="{CFF78190-68E8-49AF-B1DC-2509F7703CEE}" type="parTrans" cxnId="{51D593C5-E3F6-439E-8F11-DD9372C92F69}">
      <dgm:prSet/>
      <dgm:spPr/>
      <dgm:t>
        <a:bodyPr/>
        <a:lstStyle/>
        <a:p>
          <a:endParaRPr lang="en-US"/>
        </a:p>
      </dgm:t>
    </dgm:pt>
    <dgm:pt modelId="{18791DC6-4793-4AE9-9C6A-D977ECB27A87}" type="sibTrans" cxnId="{51D593C5-E3F6-439E-8F11-DD9372C92F69}">
      <dgm:prSet/>
      <dgm:spPr/>
      <dgm:t>
        <a:bodyPr/>
        <a:lstStyle/>
        <a:p>
          <a:endParaRPr lang="en-US"/>
        </a:p>
      </dgm:t>
    </dgm:pt>
    <dgm:pt modelId="{DE2B3C47-6D3B-4377-BB27-295E063F02BB}">
      <dgm:prSet/>
      <dgm:spPr/>
      <dgm:t>
        <a:bodyPr/>
        <a:lstStyle/>
        <a:p>
          <a:r>
            <a:rPr lang="en-US"/>
            <a:t>Use secrets management tools (Vault, AWS/GCP/Azure Key Vault)</a:t>
          </a:r>
        </a:p>
      </dgm:t>
    </dgm:pt>
    <dgm:pt modelId="{46F32C49-FDD2-429A-8552-4CA5930042A7}" type="parTrans" cxnId="{6A339CB0-3338-4D1B-90F0-EF931070BC7A}">
      <dgm:prSet/>
      <dgm:spPr/>
      <dgm:t>
        <a:bodyPr/>
        <a:lstStyle/>
        <a:p>
          <a:endParaRPr lang="en-US"/>
        </a:p>
      </dgm:t>
    </dgm:pt>
    <dgm:pt modelId="{CC21D176-D0E2-4925-A236-89AAEC6893AB}" type="sibTrans" cxnId="{6A339CB0-3338-4D1B-90F0-EF931070BC7A}">
      <dgm:prSet/>
      <dgm:spPr/>
      <dgm:t>
        <a:bodyPr/>
        <a:lstStyle/>
        <a:p>
          <a:endParaRPr lang="en-US"/>
        </a:p>
      </dgm:t>
    </dgm:pt>
    <dgm:pt modelId="{69359682-313B-4661-9A69-4139586CA8EC}">
      <dgm:prSet/>
      <dgm:spPr/>
      <dgm:t>
        <a:bodyPr/>
        <a:lstStyle/>
        <a:p>
          <a:r>
            <a:rPr lang="en-US"/>
            <a:t>Enable</a:t>
          </a:r>
        </a:p>
      </dgm:t>
    </dgm:pt>
    <dgm:pt modelId="{6A5EB619-9F16-488A-996A-53E735F61B18}" type="parTrans" cxnId="{81F3814B-493D-4E33-BB7C-D3532D5DDDE3}">
      <dgm:prSet/>
      <dgm:spPr/>
      <dgm:t>
        <a:bodyPr/>
        <a:lstStyle/>
        <a:p>
          <a:endParaRPr lang="en-US"/>
        </a:p>
      </dgm:t>
    </dgm:pt>
    <dgm:pt modelId="{9A441FF3-284F-4521-AE66-DC77BAE3D3BA}" type="sibTrans" cxnId="{81F3814B-493D-4E33-BB7C-D3532D5DDDE3}">
      <dgm:prSet/>
      <dgm:spPr/>
      <dgm:t>
        <a:bodyPr/>
        <a:lstStyle/>
        <a:p>
          <a:endParaRPr lang="en-US"/>
        </a:p>
      </dgm:t>
    </dgm:pt>
    <dgm:pt modelId="{00F88A50-D82C-4BEE-8E14-21458E6F6250}">
      <dgm:prSet/>
      <dgm:spPr/>
      <dgm:t>
        <a:bodyPr/>
        <a:lstStyle/>
        <a:p>
          <a:r>
            <a:rPr lang="en-US"/>
            <a:t>Enable secret scanning &amp; push protection (GitHub Secret Scanning)</a:t>
          </a:r>
        </a:p>
      </dgm:t>
    </dgm:pt>
    <dgm:pt modelId="{1B652AE4-CA75-4DE7-BE8C-83B841A16297}" type="parTrans" cxnId="{FC06EF2D-55CC-4BB2-93DE-0A407E84BB70}">
      <dgm:prSet/>
      <dgm:spPr/>
      <dgm:t>
        <a:bodyPr/>
        <a:lstStyle/>
        <a:p>
          <a:endParaRPr lang="en-US"/>
        </a:p>
      </dgm:t>
    </dgm:pt>
    <dgm:pt modelId="{3F0110AA-E362-4B25-83FA-A2A9CEFD46AF}" type="sibTrans" cxnId="{FC06EF2D-55CC-4BB2-93DE-0A407E84BB70}">
      <dgm:prSet/>
      <dgm:spPr/>
      <dgm:t>
        <a:bodyPr/>
        <a:lstStyle/>
        <a:p>
          <a:endParaRPr lang="en-US"/>
        </a:p>
      </dgm:t>
    </dgm:pt>
    <dgm:pt modelId="{F1AB2BEE-9E82-4928-8261-C5899990EBA3}">
      <dgm:prSet/>
      <dgm:spPr/>
      <dgm:t>
        <a:bodyPr/>
        <a:lstStyle/>
        <a:p>
          <a:r>
            <a:rPr lang="en-US"/>
            <a:t>Rotate</a:t>
          </a:r>
        </a:p>
      </dgm:t>
    </dgm:pt>
    <dgm:pt modelId="{512B4B8A-51AE-4AA9-ADBB-D0AD8F639F7A}" type="parTrans" cxnId="{2AA43BA1-B23B-4912-8B21-022E2FB38CAB}">
      <dgm:prSet/>
      <dgm:spPr/>
      <dgm:t>
        <a:bodyPr/>
        <a:lstStyle/>
        <a:p>
          <a:endParaRPr lang="en-US"/>
        </a:p>
      </dgm:t>
    </dgm:pt>
    <dgm:pt modelId="{3CEC7947-21CA-4403-B720-D282A2B13186}" type="sibTrans" cxnId="{2AA43BA1-B23B-4912-8B21-022E2FB38CAB}">
      <dgm:prSet/>
      <dgm:spPr/>
      <dgm:t>
        <a:bodyPr/>
        <a:lstStyle/>
        <a:p>
          <a:endParaRPr lang="en-US"/>
        </a:p>
      </dgm:t>
    </dgm:pt>
    <dgm:pt modelId="{165B92A0-948A-4943-91D5-9CDF644329CF}">
      <dgm:prSet/>
      <dgm:spPr/>
      <dgm:t>
        <a:bodyPr/>
        <a:lstStyle/>
        <a:p>
          <a:r>
            <a:rPr lang="en-US"/>
            <a:t>If a secret leaks, rotate it immediately (OWASP)</a:t>
          </a:r>
        </a:p>
      </dgm:t>
    </dgm:pt>
    <dgm:pt modelId="{8328B6DB-9D8C-49BB-90CD-37E2E87D1B4C}" type="parTrans" cxnId="{96C89458-756C-475C-B46C-DA7B9792EC05}">
      <dgm:prSet/>
      <dgm:spPr/>
      <dgm:t>
        <a:bodyPr/>
        <a:lstStyle/>
        <a:p>
          <a:endParaRPr lang="en-US"/>
        </a:p>
      </dgm:t>
    </dgm:pt>
    <dgm:pt modelId="{F8890A48-1B34-4923-BFEB-9CC6A385C9B6}" type="sibTrans" cxnId="{96C89458-756C-475C-B46C-DA7B9792EC05}">
      <dgm:prSet/>
      <dgm:spPr/>
      <dgm:t>
        <a:bodyPr/>
        <a:lstStyle/>
        <a:p>
          <a:endParaRPr lang="en-US"/>
        </a:p>
      </dgm:t>
    </dgm:pt>
    <dgm:pt modelId="{8FEFF179-BAA4-488B-B20B-C5CC7AB88D1C}" type="pres">
      <dgm:prSet presAssocID="{5C738A7D-A671-4E19-B16F-D41CE62A1065}" presName="Name0" presStyleCnt="0">
        <dgm:presLayoutVars>
          <dgm:dir/>
          <dgm:animLvl val="lvl"/>
          <dgm:resizeHandles val="exact"/>
        </dgm:presLayoutVars>
      </dgm:prSet>
      <dgm:spPr/>
    </dgm:pt>
    <dgm:pt modelId="{15D11155-F7E2-4476-9CEF-BA61029E7BF8}" type="pres">
      <dgm:prSet presAssocID="{5CCA6C5C-8580-44D2-AB3B-C9A29181DD83}" presName="linNode" presStyleCnt="0"/>
      <dgm:spPr/>
    </dgm:pt>
    <dgm:pt modelId="{7F40EBDA-2518-480F-A42D-F7CAB6128282}" type="pres">
      <dgm:prSet presAssocID="{5CCA6C5C-8580-44D2-AB3B-C9A29181DD83}" presName="parentText" presStyleLbl="solidFgAcc1" presStyleIdx="0" presStyleCnt="4">
        <dgm:presLayoutVars>
          <dgm:chMax val="1"/>
          <dgm:bulletEnabled/>
        </dgm:presLayoutVars>
      </dgm:prSet>
      <dgm:spPr/>
    </dgm:pt>
    <dgm:pt modelId="{54876E41-53F8-4F94-9320-20441547D7BC}" type="pres">
      <dgm:prSet presAssocID="{5CCA6C5C-8580-44D2-AB3B-C9A29181DD83}" presName="descendantText" presStyleLbl="alignNode1" presStyleIdx="0" presStyleCnt="4">
        <dgm:presLayoutVars>
          <dgm:bulletEnabled/>
        </dgm:presLayoutVars>
      </dgm:prSet>
      <dgm:spPr/>
    </dgm:pt>
    <dgm:pt modelId="{B42FA985-5303-4EF6-8909-E747072AA384}" type="pres">
      <dgm:prSet presAssocID="{4ECDABDC-674B-4656-9E8E-FEB373270043}" presName="sp" presStyleCnt="0"/>
      <dgm:spPr/>
    </dgm:pt>
    <dgm:pt modelId="{3B1B3596-8345-40E6-8F19-AD87979EBE16}" type="pres">
      <dgm:prSet presAssocID="{9D038DA6-66F6-4C5A-A5F0-A3308DCF3381}" presName="linNode" presStyleCnt="0"/>
      <dgm:spPr/>
    </dgm:pt>
    <dgm:pt modelId="{65BFD0A4-B913-43A8-B77F-559A85DDC9A9}" type="pres">
      <dgm:prSet presAssocID="{9D038DA6-66F6-4C5A-A5F0-A3308DCF3381}" presName="parentText" presStyleLbl="solidFgAcc1" presStyleIdx="1" presStyleCnt="4">
        <dgm:presLayoutVars>
          <dgm:chMax val="1"/>
          <dgm:bulletEnabled/>
        </dgm:presLayoutVars>
      </dgm:prSet>
      <dgm:spPr/>
    </dgm:pt>
    <dgm:pt modelId="{1D26EE54-A0DB-4194-AF29-950A4BEFA7BC}" type="pres">
      <dgm:prSet presAssocID="{9D038DA6-66F6-4C5A-A5F0-A3308DCF3381}" presName="descendantText" presStyleLbl="alignNode1" presStyleIdx="1" presStyleCnt="4">
        <dgm:presLayoutVars>
          <dgm:bulletEnabled/>
        </dgm:presLayoutVars>
      </dgm:prSet>
      <dgm:spPr/>
    </dgm:pt>
    <dgm:pt modelId="{2013980B-82A7-4529-9342-1BA96A04CF7E}" type="pres">
      <dgm:prSet presAssocID="{18791DC6-4793-4AE9-9C6A-D977ECB27A87}" presName="sp" presStyleCnt="0"/>
      <dgm:spPr/>
    </dgm:pt>
    <dgm:pt modelId="{C186D518-7310-4BD0-BE6A-10130CCF0506}" type="pres">
      <dgm:prSet presAssocID="{69359682-313B-4661-9A69-4139586CA8EC}" presName="linNode" presStyleCnt="0"/>
      <dgm:spPr/>
    </dgm:pt>
    <dgm:pt modelId="{9A2A5B66-D6F3-428E-9C30-CD99EF3A109A}" type="pres">
      <dgm:prSet presAssocID="{69359682-313B-4661-9A69-4139586CA8EC}" presName="parentText" presStyleLbl="solidFgAcc1" presStyleIdx="2" presStyleCnt="4">
        <dgm:presLayoutVars>
          <dgm:chMax val="1"/>
          <dgm:bulletEnabled/>
        </dgm:presLayoutVars>
      </dgm:prSet>
      <dgm:spPr/>
    </dgm:pt>
    <dgm:pt modelId="{8E30A81B-6C12-4A02-B2F4-67F49DA3DFCB}" type="pres">
      <dgm:prSet presAssocID="{69359682-313B-4661-9A69-4139586CA8EC}" presName="descendantText" presStyleLbl="alignNode1" presStyleIdx="2" presStyleCnt="4">
        <dgm:presLayoutVars>
          <dgm:bulletEnabled/>
        </dgm:presLayoutVars>
      </dgm:prSet>
      <dgm:spPr/>
    </dgm:pt>
    <dgm:pt modelId="{5221BFCE-112E-485C-9190-F9B99F3EAB47}" type="pres">
      <dgm:prSet presAssocID="{9A441FF3-284F-4521-AE66-DC77BAE3D3BA}" presName="sp" presStyleCnt="0"/>
      <dgm:spPr/>
    </dgm:pt>
    <dgm:pt modelId="{011B84AC-4096-4911-A7E9-E1231AA33B0D}" type="pres">
      <dgm:prSet presAssocID="{F1AB2BEE-9E82-4928-8261-C5899990EBA3}" presName="linNode" presStyleCnt="0"/>
      <dgm:spPr/>
    </dgm:pt>
    <dgm:pt modelId="{FE79BCC7-400C-431D-A7BA-B6499CCFBC60}" type="pres">
      <dgm:prSet presAssocID="{F1AB2BEE-9E82-4928-8261-C5899990EBA3}" presName="parentText" presStyleLbl="solidFgAcc1" presStyleIdx="3" presStyleCnt="4">
        <dgm:presLayoutVars>
          <dgm:chMax val="1"/>
          <dgm:bulletEnabled/>
        </dgm:presLayoutVars>
      </dgm:prSet>
      <dgm:spPr/>
    </dgm:pt>
    <dgm:pt modelId="{5BA39ED5-6DEF-4B6C-9489-5E7113CD1978}" type="pres">
      <dgm:prSet presAssocID="{F1AB2BEE-9E82-4928-8261-C5899990EBA3}" presName="descendantText" presStyleLbl="alignNode1" presStyleIdx="3" presStyleCnt="4">
        <dgm:presLayoutVars>
          <dgm:bulletEnabled/>
        </dgm:presLayoutVars>
      </dgm:prSet>
      <dgm:spPr/>
    </dgm:pt>
  </dgm:ptLst>
  <dgm:cxnLst>
    <dgm:cxn modelId="{B09AD912-C60F-4BE8-A7B0-F5CA0A39E77F}" type="presOf" srcId="{DE2B3C47-6D3B-4377-BB27-295E063F02BB}" destId="{1D26EE54-A0DB-4194-AF29-950A4BEFA7BC}" srcOrd="0" destOrd="0" presId="urn:microsoft.com/office/officeart/2016/7/layout/VerticalHollowActionList"/>
    <dgm:cxn modelId="{FC06EF2D-55CC-4BB2-93DE-0A407E84BB70}" srcId="{69359682-313B-4661-9A69-4139586CA8EC}" destId="{00F88A50-D82C-4BEE-8E14-21458E6F6250}" srcOrd="0" destOrd="0" parTransId="{1B652AE4-CA75-4DE7-BE8C-83B841A16297}" sibTransId="{3F0110AA-E362-4B25-83FA-A2A9CEFD46AF}"/>
    <dgm:cxn modelId="{2CE23F45-D66F-4419-8516-96FE9A4CF7AD}" type="presOf" srcId="{F1AB2BEE-9E82-4928-8261-C5899990EBA3}" destId="{FE79BCC7-400C-431D-A7BA-B6499CCFBC60}" srcOrd="0" destOrd="0" presId="urn:microsoft.com/office/officeart/2016/7/layout/VerticalHollowActionList"/>
    <dgm:cxn modelId="{81F3814B-493D-4E33-BB7C-D3532D5DDDE3}" srcId="{5C738A7D-A671-4E19-B16F-D41CE62A1065}" destId="{69359682-313B-4661-9A69-4139586CA8EC}" srcOrd="2" destOrd="0" parTransId="{6A5EB619-9F16-488A-996A-53E735F61B18}" sibTransId="{9A441FF3-284F-4521-AE66-DC77BAE3D3BA}"/>
    <dgm:cxn modelId="{AB91A54C-577E-460B-B759-D1EAEBACC6B0}" srcId="{5CCA6C5C-8580-44D2-AB3B-C9A29181DD83}" destId="{3A8F9CD3-A8A8-44A2-AC16-79BEF4ED1F57}" srcOrd="0" destOrd="0" parTransId="{C9129366-0C2C-48E0-9F83-6DBA3972077A}" sibTransId="{F8862F07-D02A-408B-B696-9EF8DC1C834E}"/>
    <dgm:cxn modelId="{2341684F-0093-4A25-9570-11FDABF82C8A}" srcId="{5C738A7D-A671-4E19-B16F-D41CE62A1065}" destId="{5CCA6C5C-8580-44D2-AB3B-C9A29181DD83}" srcOrd="0" destOrd="0" parTransId="{D48A7D1A-BE56-4F22-AFDA-54B20E3B7CD9}" sibTransId="{4ECDABDC-674B-4656-9E8E-FEB373270043}"/>
    <dgm:cxn modelId="{96C89458-756C-475C-B46C-DA7B9792EC05}" srcId="{F1AB2BEE-9E82-4928-8261-C5899990EBA3}" destId="{165B92A0-948A-4943-91D5-9CDF644329CF}" srcOrd="0" destOrd="0" parTransId="{8328B6DB-9D8C-49BB-90CD-37E2E87D1B4C}" sibTransId="{F8890A48-1B34-4923-BFEB-9CC6A385C9B6}"/>
    <dgm:cxn modelId="{2AA43BA1-B23B-4912-8B21-022E2FB38CAB}" srcId="{5C738A7D-A671-4E19-B16F-D41CE62A1065}" destId="{F1AB2BEE-9E82-4928-8261-C5899990EBA3}" srcOrd="3" destOrd="0" parTransId="{512B4B8A-51AE-4AA9-ADBB-D0AD8F639F7A}" sibTransId="{3CEC7947-21CA-4403-B720-D282A2B13186}"/>
    <dgm:cxn modelId="{F25AE4A8-713E-4A11-86CE-28414372A352}" type="presOf" srcId="{69359682-313B-4661-9A69-4139586CA8EC}" destId="{9A2A5B66-D6F3-428E-9C30-CD99EF3A109A}" srcOrd="0" destOrd="0" presId="urn:microsoft.com/office/officeart/2016/7/layout/VerticalHollowActionList"/>
    <dgm:cxn modelId="{6A339CB0-3338-4D1B-90F0-EF931070BC7A}" srcId="{9D038DA6-66F6-4C5A-A5F0-A3308DCF3381}" destId="{DE2B3C47-6D3B-4377-BB27-295E063F02BB}" srcOrd="0" destOrd="0" parTransId="{46F32C49-FDD2-429A-8552-4CA5930042A7}" sibTransId="{CC21D176-D0E2-4925-A236-89AAEC6893AB}"/>
    <dgm:cxn modelId="{51D593C5-E3F6-439E-8F11-DD9372C92F69}" srcId="{5C738A7D-A671-4E19-B16F-D41CE62A1065}" destId="{9D038DA6-66F6-4C5A-A5F0-A3308DCF3381}" srcOrd="1" destOrd="0" parTransId="{CFF78190-68E8-49AF-B1DC-2509F7703CEE}" sibTransId="{18791DC6-4793-4AE9-9C6A-D977ECB27A87}"/>
    <dgm:cxn modelId="{67AD49C8-24D0-4699-8445-2250ADB36B26}" type="presOf" srcId="{165B92A0-948A-4943-91D5-9CDF644329CF}" destId="{5BA39ED5-6DEF-4B6C-9489-5E7113CD1978}" srcOrd="0" destOrd="0" presId="urn:microsoft.com/office/officeart/2016/7/layout/VerticalHollowActionList"/>
    <dgm:cxn modelId="{2416B5D8-F065-4F0C-9F93-EF8F18E011AB}" type="presOf" srcId="{9D038DA6-66F6-4C5A-A5F0-A3308DCF3381}" destId="{65BFD0A4-B913-43A8-B77F-559A85DDC9A9}" srcOrd="0" destOrd="0" presId="urn:microsoft.com/office/officeart/2016/7/layout/VerticalHollowActionList"/>
    <dgm:cxn modelId="{B1A63EE2-73D9-4834-8C9B-B82E75798DD0}" type="presOf" srcId="{5C738A7D-A671-4E19-B16F-D41CE62A1065}" destId="{8FEFF179-BAA4-488B-B20B-C5CC7AB88D1C}" srcOrd="0" destOrd="0" presId="urn:microsoft.com/office/officeart/2016/7/layout/VerticalHollowActionList"/>
    <dgm:cxn modelId="{156E0CE4-E487-41E9-8549-B34821E42C18}" type="presOf" srcId="{00F88A50-D82C-4BEE-8E14-21458E6F6250}" destId="{8E30A81B-6C12-4A02-B2F4-67F49DA3DFCB}" srcOrd="0" destOrd="0" presId="urn:microsoft.com/office/officeart/2016/7/layout/VerticalHollowActionList"/>
    <dgm:cxn modelId="{4EF0E2E5-6260-4916-8200-061751D76706}" type="presOf" srcId="{3A8F9CD3-A8A8-44A2-AC16-79BEF4ED1F57}" destId="{54876E41-53F8-4F94-9320-20441547D7BC}" srcOrd="0" destOrd="0" presId="urn:microsoft.com/office/officeart/2016/7/layout/VerticalHollowActionList"/>
    <dgm:cxn modelId="{99A29CEF-51E0-4CCE-943C-09DAFEDD259E}" type="presOf" srcId="{5CCA6C5C-8580-44D2-AB3B-C9A29181DD83}" destId="{7F40EBDA-2518-480F-A42D-F7CAB6128282}" srcOrd="0" destOrd="0" presId="urn:microsoft.com/office/officeart/2016/7/layout/VerticalHollowActionList"/>
    <dgm:cxn modelId="{C160F468-3441-4494-895D-5E4277A70789}" type="presParOf" srcId="{8FEFF179-BAA4-488B-B20B-C5CC7AB88D1C}" destId="{15D11155-F7E2-4476-9CEF-BA61029E7BF8}" srcOrd="0" destOrd="0" presId="urn:microsoft.com/office/officeart/2016/7/layout/VerticalHollowActionList"/>
    <dgm:cxn modelId="{347B6AC8-C613-4A22-9C68-8540BDD09BFF}" type="presParOf" srcId="{15D11155-F7E2-4476-9CEF-BA61029E7BF8}" destId="{7F40EBDA-2518-480F-A42D-F7CAB6128282}" srcOrd="0" destOrd="0" presId="urn:microsoft.com/office/officeart/2016/7/layout/VerticalHollowActionList"/>
    <dgm:cxn modelId="{085004CB-DA3E-4DB0-8E55-A5609ACB1F44}" type="presParOf" srcId="{15D11155-F7E2-4476-9CEF-BA61029E7BF8}" destId="{54876E41-53F8-4F94-9320-20441547D7BC}" srcOrd="1" destOrd="0" presId="urn:microsoft.com/office/officeart/2016/7/layout/VerticalHollowActionList"/>
    <dgm:cxn modelId="{4C74838B-787A-46EF-80BF-0C0A9EE009C4}" type="presParOf" srcId="{8FEFF179-BAA4-488B-B20B-C5CC7AB88D1C}" destId="{B42FA985-5303-4EF6-8909-E747072AA384}" srcOrd="1" destOrd="0" presId="urn:microsoft.com/office/officeart/2016/7/layout/VerticalHollowActionList"/>
    <dgm:cxn modelId="{B6B79803-20C7-4C8C-BFAE-DFD113166A3A}" type="presParOf" srcId="{8FEFF179-BAA4-488B-B20B-C5CC7AB88D1C}" destId="{3B1B3596-8345-40E6-8F19-AD87979EBE16}" srcOrd="2" destOrd="0" presId="urn:microsoft.com/office/officeart/2016/7/layout/VerticalHollowActionList"/>
    <dgm:cxn modelId="{B413618E-9880-47F4-81D7-AC74938AAAA8}" type="presParOf" srcId="{3B1B3596-8345-40E6-8F19-AD87979EBE16}" destId="{65BFD0A4-B913-43A8-B77F-559A85DDC9A9}" srcOrd="0" destOrd="0" presId="urn:microsoft.com/office/officeart/2016/7/layout/VerticalHollowActionList"/>
    <dgm:cxn modelId="{8225002A-B60D-48D0-AEB7-ACF6698CFEF6}" type="presParOf" srcId="{3B1B3596-8345-40E6-8F19-AD87979EBE16}" destId="{1D26EE54-A0DB-4194-AF29-950A4BEFA7BC}" srcOrd="1" destOrd="0" presId="urn:microsoft.com/office/officeart/2016/7/layout/VerticalHollowActionList"/>
    <dgm:cxn modelId="{224AACAD-F310-4973-B24D-E950F076A566}" type="presParOf" srcId="{8FEFF179-BAA4-488B-B20B-C5CC7AB88D1C}" destId="{2013980B-82A7-4529-9342-1BA96A04CF7E}" srcOrd="3" destOrd="0" presId="urn:microsoft.com/office/officeart/2016/7/layout/VerticalHollowActionList"/>
    <dgm:cxn modelId="{961C5359-635C-4250-81D1-6E58FE1F0009}" type="presParOf" srcId="{8FEFF179-BAA4-488B-B20B-C5CC7AB88D1C}" destId="{C186D518-7310-4BD0-BE6A-10130CCF0506}" srcOrd="4" destOrd="0" presId="urn:microsoft.com/office/officeart/2016/7/layout/VerticalHollowActionList"/>
    <dgm:cxn modelId="{1007E17C-5152-43A1-9114-1B147C3281F7}" type="presParOf" srcId="{C186D518-7310-4BD0-BE6A-10130CCF0506}" destId="{9A2A5B66-D6F3-428E-9C30-CD99EF3A109A}" srcOrd="0" destOrd="0" presId="urn:microsoft.com/office/officeart/2016/7/layout/VerticalHollowActionList"/>
    <dgm:cxn modelId="{D730F9B3-A8C6-4826-840B-3BCDD6F77EF1}" type="presParOf" srcId="{C186D518-7310-4BD0-BE6A-10130CCF0506}" destId="{8E30A81B-6C12-4A02-B2F4-67F49DA3DFCB}" srcOrd="1" destOrd="0" presId="urn:microsoft.com/office/officeart/2016/7/layout/VerticalHollowActionList"/>
    <dgm:cxn modelId="{DCB4A040-11CD-414B-8D1C-BE288D8B5789}" type="presParOf" srcId="{8FEFF179-BAA4-488B-B20B-C5CC7AB88D1C}" destId="{5221BFCE-112E-485C-9190-F9B99F3EAB47}" srcOrd="5" destOrd="0" presId="urn:microsoft.com/office/officeart/2016/7/layout/VerticalHollowActionList"/>
    <dgm:cxn modelId="{F84A37C8-6F98-422D-B74C-6AB4FBCE6647}" type="presParOf" srcId="{8FEFF179-BAA4-488B-B20B-C5CC7AB88D1C}" destId="{011B84AC-4096-4911-A7E9-E1231AA33B0D}" srcOrd="6" destOrd="0" presId="urn:microsoft.com/office/officeart/2016/7/layout/VerticalHollowActionList"/>
    <dgm:cxn modelId="{A2AB0BD3-F7E9-4DD0-9D34-FA4F8024F16E}" type="presParOf" srcId="{011B84AC-4096-4911-A7E9-E1231AA33B0D}" destId="{FE79BCC7-400C-431D-A7BA-B6499CCFBC60}" srcOrd="0" destOrd="0" presId="urn:microsoft.com/office/officeart/2016/7/layout/VerticalHollowActionList"/>
    <dgm:cxn modelId="{365B75D5-D860-47EE-898A-5D9F70A60909}" type="presParOf" srcId="{011B84AC-4096-4911-A7E9-E1231AA33B0D}" destId="{5BA39ED5-6DEF-4B6C-9489-5E7113CD1978}" srcOrd="1" destOrd="0" presId="urn:microsoft.com/office/officeart/2016/7/layout/VerticalHollow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FCCC56C-24E4-49AC-AA0D-F337DBDE9C10}" type="doc">
      <dgm:prSet loTypeId="urn:microsoft.com/office/officeart/2016/7/layout/LinearBlockProcessNumbered" loCatId="process" qsTypeId="urn:microsoft.com/office/officeart/2005/8/quickstyle/simple1" qsCatId="simple" csTypeId="urn:microsoft.com/office/officeart/2005/8/colors/colorful2" csCatId="colorful"/>
      <dgm:spPr/>
      <dgm:t>
        <a:bodyPr/>
        <a:lstStyle/>
        <a:p>
          <a:endParaRPr lang="en-US"/>
        </a:p>
      </dgm:t>
    </dgm:pt>
    <dgm:pt modelId="{FB288CED-02BC-42AC-949E-C2358FB5A245}">
      <dgm:prSet/>
      <dgm:spPr/>
      <dgm:t>
        <a:bodyPr/>
        <a:lstStyle/>
        <a:p>
          <a:r>
            <a:rPr lang="en-US" b="0" i="0" baseline="0"/>
            <a:t>Require </a:t>
          </a:r>
          <a:r>
            <a:rPr lang="en-US" b="1" i="0" baseline="0"/>
            <a:t>pull/merge requests</a:t>
          </a:r>
          <a:r>
            <a:rPr lang="en-US" b="0" i="0" baseline="0"/>
            <a:t> for all changes to main branches</a:t>
          </a:r>
          <a:endParaRPr lang="en-US"/>
        </a:p>
      </dgm:t>
    </dgm:pt>
    <dgm:pt modelId="{FF9A45D5-D3BC-4297-8C85-529CDBBF5D64}" type="parTrans" cxnId="{2E334434-6E25-48FE-A565-E0F7D18E4AAF}">
      <dgm:prSet/>
      <dgm:spPr/>
      <dgm:t>
        <a:bodyPr/>
        <a:lstStyle/>
        <a:p>
          <a:endParaRPr lang="en-US"/>
        </a:p>
      </dgm:t>
    </dgm:pt>
    <dgm:pt modelId="{6503B483-9118-4C30-8917-9E91E28955F5}" type="sibTrans" cxnId="{2E334434-6E25-48FE-A565-E0F7D18E4AAF}">
      <dgm:prSet phldrT="01" phldr="0"/>
      <dgm:spPr/>
      <dgm:t>
        <a:bodyPr/>
        <a:lstStyle/>
        <a:p>
          <a:r>
            <a:rPr lang="en-US"/>
            <a:t>01</a:t>
          </a:r>
        </a:p>
      </dgm:t>
    </dgm:pt>
    <dgm:pt modelId="{97F6D798-F6D6-42ED-8DF6-0CBA4476105D}">
      <dgm:prSet/>
      <dgm:spPr/>
      <dgm:t>
        <a:bodyPr/>
        <a:lstStyle/>
        <a:p>
          <a:r>
            <a:rPr lang="en-US" b="0" i="0" baseline="0"/>
            <a:t>Enforce </a:t>
          </a:r>
          <a:r>
            <a:rPr lang="en-US" b="1" i="0" baseline="0"/>
            <a:t>branch protection rules</a:t>
          </a:r>
          <a:r>
            <a:rPr lang="en-US" b="0" i="0" baseline="0"/>
            <a:t> (no direct pushes)</a:t>
          </a:r>
          <a:endParaRPr lang="en-US"/>
        </a:p>
      </dgm:t>
    </dgm:pt>
    <dgm:pt modelId="{26034698-479C-41AC-BE9B-9EFCE121FBF6}" type="parTrans" cxnId="{5E5AE290-F9BC-474A-A241-ED68CD7448D9}">
      <dgm:prSet/>
      <dgm:spPr/>
      <dgm:t>
        <a:bodyPr/>
        <a:lstStyle/>
        <a:p>
          <a:endParaRPr lang="en-US"/>
        </a:p>
      </dgm:t>
    </dgm:pt>
    <dgm:pt modelId="{DA22AEE2-5392-4998-B399-F628E7849E68}" type="sibTrans" cxnId="{5E5AE290-F9BC-474A-A241-ED68CD7448D9}">
      <dgm:prSet phldrT="02" phldr="0"/>
      <dgm:spPr/>
      <dgm:t>
        <a:bodyPr/>
        <a:lstStyle/>
        <a:p>
          <a:r>
            <a:rPr lang="en-US"/>
            <a:t>02</a:t>
          </a:r>
        </a:p>
      </dgm:t>
    </dgm:pt>
    <dgm:pt modelId="{84591F74-F73C-46B8-A23D-F1699BD9C114}">
      <dgm:prSet/>
      <dgm:spPr/>
      <dgm:t>
        <a:bodyPr/>
        <a:lstStyle/>
        <a:p>
          <a:r>
            <a:rPr lang="en-US" b="0" i="0" baseline="0"/>
            <a:t>Require </a:t>
          </a:r>
          <a:r>
            <a:rPr lang="en-US" b="1" i="0" baseline="0"/>
            <a:t>at least one code review approval</a:t>
          </a:r>
          <a:r>
            <a:rPr lang="en-US" b="0" i="0" baseline="0"/>
            <a:t> </a:t>
          </a:r>
          <a:endParaRPr lang="en-US"/>
        </a:p>
      </dgm:t>
    </dgm:pt>
    <dgm:pt modelId="{87EBF639-1916-497D-B87A-128F6666F0B0}" type="parTrans" cxnId="{82E532E7-8E5F-4750-892F-378D01BD4B20}">
      <dgm:prSet/>
      <dgm:spPr/>
      <dgm:t>
        <a:bodyPr/>
        <a:lstStyle/>
        <a:p>
          <a:endParaRPr lang="en-US"/>
        </a:p>
      </dgm:t>
    </dgm:pt>
    <dgm:pt modelId="{483F8E1F-D54B-4D51-9626-0E110B113421}" type="sibTrans" cxnId="{82E532E7-8E5F-4750-892F-378D01BD4B20}">
      <dgm:prSet phldrT="03" phldr="0"/>
      <dgm:spPr/>
      <dgm:t>
        <a:bodyPr/>
        <a:lstStyle/>
        <a:p>
          <a:r>
            <a:rPr lang="en-US"/>
            <a:t>03</a:t>
          </a:r>
        </a:p>
      </dgm:t>
    </dgm:pt>
    <dgm:pt modelId="{29A6E92B-2DC9-422B-80B0-599BFD70514A}">
      <dgm:prSet/>
      <dgm:spPr/>
      <dgm:t>
        <a:bodyPr/>
        <a:lstStyle/>
        <a:p>
          <a:r>
            <a:rPr lang="en-US" b="0" i="0" baseline="0"/>
            <a:t>Use </a:t>
          </a:r>
          <a:r>
            <a:rPr lang="en-US" b="1" i="0" baseline="0"/>
            <a:t>signed commits</a:t>
          </a:r>
          <a:r>
            <a:rPr lang="en-US" b="0" i="0" baseline="0"/>
            <a:t> to verify author identity </a:t>
          </a:r>
          <a:endParaRPr lang="en-US"/>
        </a:p>
      </dgm:t>
    </dgm:pt>
    <dgm:pt modelId="{8B228B1C-BE1F-46A9-8241-328621A45FE6}" type="parTrans" cxnId="{186BA7C2-E777-436B-8E14-D9D43D16A726}">
      <dgm:prSet/>
      <dgm:spPr/>
      <dgm:t>
        <a:bodyPr/>
        <a:lstStyle/>
        <a:p>
          <a:endParaRPr lang="en-US"/>
        </a:p>
      </dgm:t>
    </dgm:pt>
    <dgm:pt modelId="{6057C499-AE42-4050-9697-281B2B81B426}" type="sibTrans" cxnId="{186BA7C2-E777-436B-8E14-D9D43D16A726}">
      <dgm:prSet phldrT="04" phldr="0"/>
      <dgm:spPr/>
      <dgm:t>
        <a:bodyPr/>
        <a:lstStyle/>
        <a:p>
          <a:r>
            <a:rPr lang="en-US"/>
            <a:t>04</a:t>
          </a:r>
        </a:p>
      </dgm:t>
    </dgm:pt>
    <dgm:pt modelId="{97E4578E-9631-4129-A269-1B41438A74B6}" type="pres">
      <dgm:prSet presAssocID="{FFCCC56C-24E4-49AC-AA0D-F337DBDE9C10}" presName="Name0" presStyleCnt="0">
        <dgm:presLayoutVars>
          <dgm:animLvl val="lvl"/>
          <dgm:resizeHandles val="exact"/>
        </dgm:presLayoutVars>
      </dgm:prSet>
      <dgm:spPr/>
    </dgm:pt>
    <dgm:pt modelId="{A891E50B-7627-4A7E-B750-90DB2283AE84}" type="pres">
      <dgm:prSet presAssocID="{FB288CED-02BC-42AC-949E-C2358FB5A245}" presName="compositeNode" presStyleCnt="0">
        <dgm:presLayoutVars>
          <dgm:bulletEnabled val="1"/>
        </dgm:presLayoutVars>
      </dgm:prSet>
      <dgm:spPr/>
    </dgm:pt>
    <dgm:pt modelId="{C83652ED-5E76-45FC-9A45-A0326107C290}" type="pres">
      <dgm:prSet presAssocID="{FB288CED-02BC-42AC-949E-C2358FB5A245}" presName="bgRect" presStyleLbl="alignNode1" presStyleIdx="0" presStyleCnt="4"/>
      <dgm:spPr/>
    </dgm:pt>
    <dgm:pt modelId="{87D008B6-1257-4F43-913B-929748A91446}" type="pres">
      <dgm:prSet presAssocID="{6503B483-9118-4C30-8917-9E91E28955F5}" presName="sibTransNodeRect" presStyleLbl="alignNode1" presStyleIdx="0" presStyleCnt="4">
        <dgm:presLayoutVars>
          <dgm:chMax val="0"/>
          <dgm:bulletEnabled val="1"/>
        </dgm:presLayoutVars>
      </dgm:prSet>
      <dgm:spPr/>
    </dgm:pt>
    <dgm:pt modelId="{0A40E97F-29FE-4C54-8410-B99A048065CC}" type="pres">
      <dgm:prSet presAssocID="{FB288CED-02BC-42AC-949E-C2358FB5A245}" presName="nodeRect" presStyleLbl="alignNode1" presStyleIdx="0" presStyleCnt="4">
        <dgm:presLayoutVars>
          <dgm:bulletEnabled val="1"/>
        </dgm:presLayoutVars>
      </dgm:prSet>
      <dgm:spPr/>
    </dgm:pt>
    <dgm:pt modelId="{93470E8D-6B95-40BE-8700-696984D0F6A5}" type="pres">
      <dgm:prSet presAssocID="{6503B483-9118-4C30-8917-9E91E28955F5}" presName="sibTrans" presStyleCnt="0"/>
      <dgm:spPr/>
    </dgm:pt>
    <dgm:pt modelId="{31B1E83E-A665-46EC-ACB8-B6F406E59D44}" type="pres">
      <dgm:prSet presAssocID="{97F6D798-F6D6-42ED-8DF6-0CBA4476105D}" presName="compositeNode" presStyleCnt="0">
        <dgm:presLayoutVars>
          <dgm:bulletEnabled val="1"/>
        </dgm:presLayoutVars>
      </dgm:prSet>
      <dgm:spPr/>
    </dgm:pt>
    <dgm:pt modelId="{F8D21B67-21CA-4822-90B4-D4BFBC81D004}" type="pres">
      <dgm:prSet presAssocID="{97F6D798-F6D6-42ED-8DF6-0CBA4476105D}" presName="bgRect" presStyleLbl="alignNode1" presStyleIdx="1" presStyleCnt="4"/>
      <dgm:spPr/>
    </dgm:pt>
    <dgm:pt modelId="{C3DBD3EE-3575-4A22-8908-34EADAB139E9}" type="pres">
      <dgm:prSet presAssocID="{DA22AEE2-5392-4998-B399-F628E7849E68}" presName="sibTransNodeRect" presStyleLbl="alignNode1" presStyleIdx="1" presStyleCnt="4">
        <dgm:presLayoutVars>
          <dgm:chMax val="0"/>
          <dgm:bulletEnabled val="1"/>
        </dgm:presLayoutVars>
      </dgm:prSet>
      <dgm:spPr/>
    </dgm:pt>
    <dgm:pt modelId="{A32EAD24-DEC8-4DAD-871F-0EDF766B0609}" type="pres">
      <dgm:prSet presAssocID="{97F6D798-F6D6-42ED-8DF6-0CBA4476105D}" presName="nodeRect" presStyleLbl="alignNode1" presStyleIdx="1" presStyleCnt="4">
        <dgm:presLayoutVars>
          <dgm:bulletEnabled val="1"/>
        </dgm:presLayoutVars>
      </dgm:prSet>
      <dgm:spPr/>
    </dgm:pt>
    <dgm:pt modelId="{FDE859A2-D13D-49F3-8088-7483C5CA3366}" type="pres">
      <dgm:prSet presAssocID="{DA22AEE2-5392-4998-B399-F628E7849E68}" presName="sibTrans" presStyleCnt="0"/>
      <dgm:spPr/>
    </dgm:pt>
    <dgm:pt modelId="{8C79A7E7-0827-4572-A9A2-E0B6E066C4BF}" type="pres">
      <dgm:prSet presAssocID="{84591F74-F73C-46B8-A23D-F1699BD9C114}" presName="compositeNode" presStyleCnt="0">
        <dgm:presLayoutVars>
          <dgm:bulletEnabled val="1"/>
        </dgm:presLayoutVars>
      </dgm:prSet>
      <dgm:spPr/>
    </dgm:pt>
    <dgm:pt modelId="{4D8017B1-66CB-4B8A-8EA0-2827CD492A55}" type="pres">
      <dgm:prSet presAssocID="{84591F74-F73C-46B8-A23D-F1699BD9C114}" presName="bgRect" presStyleLbl="alignNode1" presStyleIdx="2" presStyleCnt="4"/>
      <dgm:spPr/>
    </dgm:pt>
    <dgm:pt modelId="{3050764C-7561-499A-A5F1-ACC328787B8A}" type="pres">
      <dgm:prSet presAssocID="{483F8E1F-D54B-4D51-9626-0E110B113421}" presName="sibTransNodeRect" presStyleLbl="alignNode1" presStyleIdx="2" presStyleCnt="4">
        <dgm:presLayoutVars>
          <dgm:chMax val="0"/>
          <dgm:bulletEnabled val="1"/>
        </dgm:presLayoutVars>
      </dgm:prSet>
      <dgm:spPr/>
    </dgm:pt>
    <dgm:pt modelId="{65933EDC-FF53-4E36-9558-67B5100704D8}" type="pres">
      <dgm:prSet presAssocID="{84591F74-F73C-46B8-A23D-F1699BD9C114}" presName="nodeRect" presStyleLbl="alignNode1" presStyleIdx="2" presStyleCnt="4">
        <dgm:presLayoutVars>
          <dgm:bulletEnabled val="1"/>
        </dgm:presLayoutVars>
      </dgm:prSet>
      <dgm:spPr/>
    </dgm:pt>
    <dgm:pt modelId="{06D60E5C-C335-425D-B7F4-E96FD081D9D1}" type="pres">
      <dgm:prSet presAssocID="{483F8E1F-D54B-4D51-9626-0E110B113421}" presName="sibTrans" presStyleCnt="0"/>
      <dgm:spPr/>
    </dgm:pt>
    <dgm:pt modelId="{B6F5D428-971A-4973-AB68-B958C44A52E0}" type="pres">
      <dgm:prSet presAssocID="{29A6E92B-2DC9-422B-80B0-599BFD70514A}" presName="compositeNode" presStyleCnt="0">
        <dgm:presLayoutVars>
          <dgm:bulletEnabled val="1"/>
        </dgm:presLayoutVars>
      </dgm:prSet>
      <dgm:spPr/>
    </dgm:pt>
    <dgm:pt modelId="{F05B47A8-55FE-41D2-A9FE-45F12F7AD793}" type="pres">
      <dgm:prSet presAssocID="{29A6E92B-2DC9-422B-80B0-599BFD70514A}" presName="bgRect" presStyleLbl="alignNode1" presStyleIdx="3" presStyleCnt="4"/>
      <dgm:spPr/>
    </dgm:pt>
    <dgm:pt modelId="{3A68A1DA-4CCB-46A6-B72F-E5E990196F3F}" type="pres">
      <dgm:prSet presAssocID="{6057C499-AE42-4050-9697-281B2B81B426}" presName="sibTransNodeRect" presStyleLbl="alignNode1" presStyleIdx="3" presStyleCnt="4">
        <dgm:presLayoutVars>
          <dgm:chMax val="0"/>
          <dgm:bulletEnabled val="1"/>
        </dgm:presLayoutVars>
      </dgm:prSet>
      <dgm:spPr/>
    </dgm:pt>
    <dgm:pt modelId="{B781E232-F1F4-4517-BC80-968F0C1CD4F5}" type="pres">
      <dgm:prSet presAssocID="{29A6E92B-2DC9-422B-80B0-599BFD70514A}" presName="nodeRect" presStyleLbl="alignNode1" presStyleIdx="3" presStyleCnt="4">
        <dgm:presLayoutVars>
          <dgm:bulletEnabled val="1"/>
        </dgm:presLayoutVars>
      </dgm:prSet>
      <dgm:spPr/>
    </dgm:pt>
  </dgm:ptLst>
  <dgm:cxnLst>
    <dgm:cxn modelId="{00A8E109-2A41-4953-96EE-F90E240A4D6B}" type="presOf" srcId="{97F6D798-F6D6-42ED-8DF6-0CBA4476105D}" destId="{F8D21B67-21CA-4822-90B4-D4BFBC81D004}" srcOrd="0" destOrd="0" presId="urn:microsoft.com/office/officeart/2016/7/layout/LinearBlockProcessNumbered"/>
    <dgm:cxn modelId="{68A2DD23-39E0-462F-88D6-53A1CB92F760}" type="presOf" srcId="{84591F74-F73C-46B8-A23D-F1699BD9C114}" destId="{4D8017B1-66CB-4B8A-8EA0-2827CD492A55}" srcOrd="0" destOrd="0" presId="urn:microsoft.com/office/officeart/2016/7/layout/LinearBlockProcessNumbered"/>
    <dgm:cxn modelId="{AC5EEF32-F9B9-4D24-B96A-D8E9A47A6A73}" type="presOf" srcId="{FFCCC56C-24E4-49AC-AA0D-F337DBDE9C10}" destId="{97E4578E-9631-4129-A269-1B41438A74B6}" srcOrd="0" destOrd="0" presId="urn:microsoft.com/office/officeart/2016/7/layout/LinearBlockProcessNumbered"/>
    <dgm:cxn modelId="{2E334434-6E25-48FE-A565-E0F7D18E4AAF}" srcId="{FFCCC56C-24E4-49AC-AA0D-F337DBDE9C10}" destId="{FB288CED-02BC-42AC-949E-C2358FB5A245}" srcOrd="0" destOrd="0" parTransId="{FF9A45D5-D3BC-4297-8C85-529CDBBF5D64}" sibTransId="{6503B483-9118-4C30-8917-9E91E28955F5}"/>
    <dgm:cxn modelId="{4E57525B-5E43-4ADB-A713-F0AE55FD8650}" type="presOf" srcId="{84591F74-F73C-46B8-A23D-F1699BD9C114}" destId="{65933EDC-FF53-4E36-9558-67B5100704D8}" srcOrd="1" destOrd="0" presId="urn:microsoft.com/office/officeart/2016/7/layout/LinearBlockProcessNumbered"/>
    <dgm:cxn modelId="{49EC1278-2FE3-413A-B925-367C286AF7C0}" type="presOf" srcId="{FB288CED-02BC-42AC-949E-C2358FB5A245}" destId="{0A40E97F-29FE-4C54-8410-B99A048065CC}" srcOrd="1" destOrd="0" presId="urn:microsoft.com/office/officeart/2016/7/layout/LinearBlockProcessNumbered"/>
    <dgm:cxn modelId="{F207D38C-B600-49FA-BE93-0A39A18C9E75}" type="presOf" srcId="{29A6E92B-2DC9-422B-80B0-599BFD70514A}" destId="{B781E232-F1F4-4517-BC80-968F0C1CD4F5}" srcOrd="1" destOrd="0" presId="urn:microsoft.com/office/officeart/2016/7/layout/LinearBlockProcessNumbered"/>
    <dgm:cxn modelId="{5E5AE290-F9BC-474A-A241-ED68CD7448D9}" srcId="{FFCCC56C-24E4-49AC-AA0D-F337DBDE9C10}" destId="{97F6D798-F6D6-42ED-8DF6-0CBA4476105D}" srcOrd="1" destOrd="0" parTransId="{26034698-479C-41AC-BE9B-9EFCE121FBF6}" sibTransId="{DA22AEE2-5392-4998-B399-F628E7849E68}"/>
    <dgm:cxn modelId="{332214A4-1034-481F-9DEB-AE2930D630F2}" type="presOf" srcId="{29A6E92B-2DC9-422B-80B0-599BFD70514A}" destId="{F05B47A8-55FE-41D2-A9FE-45F12F7AD793}" srcOrd="0" destOrd="0" presId="urn:microsoft.com/office/officeart/2016/7/layout/LinearBlockProcessNumbered"/>
    <dgm:cxn modelId="{99B71AAE-D8E9-46D1-9034-50C9C6375459}" type="presOf" srcId="{6503B483-9118-4C30-8917-9E91E28955F5}" destId="{87D008B6-1257-4F43-913B-929748A91446}" srcOrd="0" destOrd="0" presId="urn:microsoft.com/office/officeart/2016/7/layout/LinearBlockProcessNumbered"/>
    <dgm:cxn modelId="{59BB36BC-631B-45A0-BC42-DC23698A4DAB}" type="presOf" srcId="{DA22AEE2-5392-4998-B399-F628E7849E68}" destId="{C3DBD3EE-3575-4A22-8908-34EADAB139E9}" srcOrd="0" destOrd="0" presId="urn:microsoft.com/office/officeart/2016/7/layout/LinearBlockProcessNumbered"/>
    <dgm:cxn modelId="{186BA7C2-E777-436B-8E14-D9D43D16A726}" srcId="{FFCCC56C-24E4-49AC-AA0D-F337DBDE9C10}" destId="{29A6E92B-2DC9-422B-80B0-599BFD70514A}" srcOrd="3" destOrd="0" parTransId="{8B228B1C-BE1F-46A9-8241-328621A45FE6}" sibTransId="{6057C499-AE42-4050-9697-281B2B81B426}"/>
    <dgm:cxn modelId="{65776BC7-2674-411B-A604-A710366130FD}" type="presOf" srcId="{FB288CED-02BC-42AC-949E-C2358FB5A245}" destId="{C83652ED-5E76-45FC-9A45-A0326107C290}" srcOrd="0" destOrd="0" presId="urn:microsoft.com/office/officeart/2016/7/layout/LinearBlockProcessNumbered"/>
    <dgm:cxn modelId="{3DE890D1-CF3E-42FF-BFD2-A4C36D966C97}" type="presOf" srcId="{483F8E1F-D54B-4D51-9626-0E110B113421}" destId="{3050764C-7561-499A-A5F1-ACC328787B8A}" srcOrd="0" destOrd="0" presId="urn:microsoft.com/office/officeart/2016/7/layout/LinearBlockProcessNumbered"/>
    <dgm:cxn modelId="{82E532E7-8E5F-4750-892F-378D01BD4B20}" srcId="{FFCCC56C-24E4-49AC-AA0D-F337DBDE9C10}" destId="{84591F74-F73C-46B8-A23D-F1699BD9C114}" srcOrd="2" destOrd="0" parTransId="{87EBF639-1916-497D-B87A-128F6666F0B0}" sibTransId="{483F8E1F-D54B-4D51-9626-0E110B113421}"/>
    <dgm:cxn modelId="{1CA1E5E9-F82D-4E0F-9BD7-656DE3794EED}" type="presOf" srcId="{97F6D798-F6D6-42ED-8DF6-0CBA4476105D}" destId="{A32EAD24-DEC8-4DAD-871F-0EDF766B0609}" srcOrd="1" destOrd="0" presId="urn:microsoft.com/office/officeart/2016/7/layout/LinearBlockProcessNumbered"/>
    <dgm:cxn modelId="{672B5FF9-36B8-4FBD-8FB3-D0107FF9266F}" type="presOf" srcId="{6057C499-AE42-4050-9697-281B2B81B426}" destId="{3A68A1DA-4CCB-46A6-B72F-E5E990196F3F}" srcOrd="0" destOrd="0" presId="urn:microsoft.com/office/officeart/2016/7/layout/LinearBlockProcessNumbered"/>
    <dgm:cxn modelId="{37E82DB6-3891-43D6-BE66-4A9424390382}" type="presParOf" srcId="{97E4578E-9631-4129-A269-1B41438A74B6}" destId="{A891E50B-7627-4A7E-B750-90DB2283AE84}" srcOrd="0" destOrd="0" presId="urn:microsoft.com/office/officeart/2016/7/layout/LinearBlockProcessNumbered"/>
    <dgm:cxn modelId="{E24AA4CD-672B-4773-90CB-CE0BC01D8B1E}" type="presParOf" srcId="{A891E50B-7627-4A7E-B750-90DB2283AE84}" destId="{C83652ED-5E76-45FC-9A45-A0326107C290}" srcOrd="0" destOrd="0" presId="urn:microsoft.com/office/officeart/2016/7/layout/LinearBlockProcessNumbered"/>
    <dgm:cxn modelId="{6E2D1C04-AB7A-4085-AC11-6101FED06F0F}" type="presParOf" srcId="{A891E50B-7627-4A7E-B750-90DB2283AE84}" destId="{87D008B6-1257-4F43-913B-929748A91446}" srcOrd="1" destOrd="0" presId="urn:microsoft.com/office/officeart/2016/7/layout/LinearBlockProcessNumbered"/>
    <dgm:cxn modelId="{096BAE80-7D52-44AD-B1CC-A1AAFB3A3990}" type="presParOf" srcId="{A891E50B-7627-4A7E-B750-90DB2283AE84}" destId="{0A40E97F-29FE-4C54-8410-B99A048065CC}" srcOrd="2" destOrd="0" presId="urn:microsoft.com/office/officeart/2016/7/layout/LinearBlockProcessNumbered"/>
    <dgm:cxn modelId="{0F99ACC3-9674-4E33-9A3F-6A0FDEC80452}" type="presParOf" srcId="{97E4578E-9631-4129-A269-1B41438A74B6}" destId="{93470E8D-6B95-40BE-8700-696984D0F6A5}" srcOrd="1" destOrd="0" presId="urn:microsoft.com/office/officeart/2016/7/layout/LinearBlockProcessNumbered"/>
    <dgm:cxn modelId="{4C1FCE3A-40DB-4294-95D8-4F77CC045B26}" type="presParOf" srcId="{97E4578E-9631-4129-A269-1B41438A74B6}" destId="{31B1E83E-A665-46EC-ACB8-B6F406E59D44}" srcOrd="2" destOrd="0" presId="urn:microsoft.com/office/officeart/2016/7/layout/LinearBlockProcessNumbered"/>
    <dgm:cxn modelId="{8AF6780B-60D1-491C-A976-79CF7FC42C5F}" type="presParOf" srcId="{31B1E83E-A665-46EC-ACB8-B6F406E59D44}" destId="{F8D21B67-21CA-4822-90B4-D4BFBC81D004}" srcOrd="0" destOrd="0" presId="urn:microsoft.com/office/officeart/2016/7/layout/LinearBlockProcessNumbered"/>
    <dgm:cxn modelId="{E3CB1699-49BD-4316-9F96-DDD996F3B59A}" type="presParOf" srcId="{31B1E83E-A665-46EC-ACB8-B6F406E59D44}" destId="{C3DBD3EE-3575-4A22-8908-34EADAB139E9}" srcOrd="1" destOrd="0" presId="urn:microsoft.com/office/officeart/2016/7/layout/LinearBlockProcessNumbered"/>
    <dgm:cxn modelId="{ED0BC2A7-DDE8-43FE-8AE4-B1C4BF88941E}" type="presParOf" srcId="{31B1E83E-A665-46EC-ACB8-B6F406E59D44}" destId="{A32EAD24-DEC8-4DAD-871F-0EDF766B0609}" srcOrd="2" destOrd="0" presId="urn:microsoft.com/office/officeart/2016/7/layout/LinearBlockProcessNumbered"/>
    <dgm:cxn modelId="{1A1967FD-259C-4EBB-9408-4C9BBADF5E3C}" type="presParOf" srcId="{97E4578E-9631-4129-A269-1B41438A74B6}" destId="{FDE859A2-D13D-49F3-8088-7483C5CA3366}" srcOrd="3" destOrd="0" presId="urn:microsoft.com/office/officeart/2016/7/layout/LinearBlockProcessNumbered"/>
    <dgm:cxn modelId="{B1C18124-319C-4093-93C4-EE2CF59AEC38}" type="presParOf" srcId="{97E4578E-9631-4129-A269-1B41438A74B6}" destId="{8C79A7E7-0827-4572-A9A2-E0B6E066C4BF}" srcOrd="4" destOrd="0" presId="urn:microsoft.com/office/officeart/2016/7/layout/LinearBlockProcessNumbered"/>
    <dgm:cxn modelId="{35E5A7DB-996C-4480-A632-27D8F4CA5D38}" type="presParOf" srcId="{8C79A7E7-0827-4572-A9A2-E0B6E066C4BF}" destId="{4D8017B1-66CB-4B8A-8EA0-2827CD492A55}" srcOrd="0" destOrd="0" presId="urn:microsoft.com/office/officeart/2016/7/layout/LinearBlockProcessNumbered"/>
    <dgm:cxn modelId="{40FA2133-30F6-4E24-89E5-FAEA953A906D}" type="presParOf" srcId="{8C79A7E7-0827-4572-A9A2-E0B6E066C4BF}" destId="{3050764C-7561-499A-A5F1-ACC328787B8A}" srcOrd="1" destOrd="0" presId="urn:microsoft.com/office/officeart/2016/7/layout/LinearBlockProcessNumbered"/>
    <dgm:cxn modelId="{83DEAF26-B5FD-4B3B-968C-143C31FA0ED4}" type="presParOf" srcId="{8C79A7E7-0827-4572-A9A2-E0B6E066C4BF}" destId="{65933EDC-FF53-4E36-9558-67B5100704D8}" srcOrd="2" destOrd="0" presId="urn:microsoft.com/office/officeart/2016/7/layout/LinearBlockProcessNumbered"/>
    <dgm:cxn modelId="{DE4027BA-B213-442A-BFA7-906D7C375067}" type="presParOf" srcId="{97E4578E-9631-4129-A269-1B41438A74B6}" destId="{06D60E5C-C335-425D-B7F4-E96FD081D9D1}" srcOrd="5" destOrd="0" presId="urn:microsoft.com/office/officeart/2016/7/layout/LinearBlockProcessNumbered"/>
    <dgm:cxn modelId="{5D478A3F-836B-454E-9781-DA4E77E0CF36}" type="presParOf" srcId="{97E4578E-9631-4129-A269-1B41438A74B6}" destId="{B6F5D428-971A-4973-AB68-B958C44A52E0}" srcOrd="6" destOrd="0" presId="urn:microsoft.com/office/officeart/2016/7/layout/LinearBlockProcessNumbered"/>
    <dgm:cxn modelId="{5D2D2258-423F-4AC1-8F1F-8478FC1C2118}" type="presParOf" srcId="{B6F5D428-971A-4973-AB68-B958C44A52E0}" destId="{F05B47A8-55FE-41D2-A9FE-45F12F7AD793}" srcOrd="0" destOrd="0" presId="urn:microsoft.com/office/officeart/2016/7/layout/LinearBlockProcessNumbered"/>
    <dgm:cxn modelId="{154499F7-30DB-4787-A52C-5E59227AB6C6}" type="presParOf" srcId="{B6F5D428-971A-4973-AB68-B958C44A52E0}" destId="{3A68A1DA-4CCB-46A6-B72F-E5E990196F3F}" srcOrd="1" destOrd="0" presId="urn:microsoft.com/office/officeart/2016/7/layout/LinearBlockProcessNumbered"/>
    <dgm:cxn modelId="{97C125B9-0155-4763-A5F3-624AD7D567A6}" type="presParOf" srcId="{B6F5D428-971A-4973-AB68-B958C44A52E0}" destId="{B781E232-F1F4-4517-BC80-968F0C1CD4F5}"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EF205BD-984E-48C2-A1EF-6E6C968ACB1D}" type="doc">
      <dgm:prSet loTypeId="urn:microsoft.com/office/officeart/2016/7/layout/VerticalHollowActionList" loCatId="List" qsTypeId="urn:microsoft.com/office/officeart/2005/8/quickstyle/simple1" qsCatId="simple" csTypeId="urn:microsoft.com/office/officeart/2005/8/colors/accent5_2" csCatId="accent5"/>
      <dgm:spPr/>
      <dgm:t>
        <a:bodyPr/>
        <a:lstStyle/>
        <a:p>
          <a:endParaRPr lang="en-US"/>
        </a:p>
      </dgm:t>
    </dgm:pt>
    <dgm:pt modelId="{AD7BE6E7-0156-4B92-9F2C-BDFAE2DC4E48}">
      <dgm:prSet/>
      <dgm:spPr/>
      <dgm:t>
        <a:bodyPr/>
        <a:lstStyle/>
        <a:p>
          <a:r>
            <a:rPr lang="en-US"/>
            <a:t>Integrate</a:t>
          </a:r>
        </a:p>
      </dgm:t>
    </dgm:pt>
    <dgm:pt modelId="{993F50AC-B11F-4355-B336-9187221BC7BD}" type="parTrans" cxnId="{BD8CFA20-D6C4-4757-B326-F05EE21749FF}">
      <dgm:prSet/>
      <dgm:spPr/>
      <dgm:t>
        <a:bodyPr/>
        <a:lstStyle/>
        <a:p>
          <a:endParaRPr lang="en-US"/>
        </a:p>
      </dgm:t>
    </dgm:pt>
    <dgm:pt modelId="{EBC0BDC6-D0F5-4FAC-939B-9CAA56D3D60C}" type="sibTrans" cxnId="{BD8CFA20-D6C4-4757-B326-F05EE21749FF}">
      <dgm:prSet/>
      <dgm:spPr/>
      <dgm:t>
        <a:bodyPr/>
        <a:lstStyle/>
        <a:p>
          <a:endParaRPr lang="en-US"/>
        </a:p>
      </dgm:t>
    </dgm:pt>
    <dgm:pt modelId="{722B8F3A-5FD9-46B9-BAAA-B15311EDC396}">
      <dgm:prSet/>
      <dgm:spPr/>
      <dgm:t>
        <a:bodyPr/>
        <a:lstStyle/>
        <a:p>
          <a:r>
            <a:rPr lang="en-US"/>
            <a:t>Integrate SAST tools to detect insecure code (OWASP)</a:t>
          </a:r>
        </a:p>
      </dgm:t>
    </dgm:pt>
    <dgm:pt modelId="{F0BB7B5E-8EBF-4618-BFFF-33716033FA88}" type="parTrans" cxnId="{AA6066CF-B87C-4169-A67E-B3510850F4B9}">
      <dgm:prSet/>
      <dgm:spPr/>
      <dgm:t>
        <a:bodyPr/>
        <a:lstStyle/>
        <a:p>
          <a:endParaRPr lang="en-US"/>
        </a:p>
      </dgm:t>
    </dgm:pt>
    <dgm:pt modelId="{028C2733-B2E7-4013-BC74-9CE8E55DAF6A}" type="sibTrans" cxnId="{AA6066CF-B87C-4169-A67E-B3510850F4B9}">
      <dgm:prSet/>
      <dgm:spPr/>
      <dgm:t>
        <a:bodyPr/>
        <a:lstStyle/>
        <a:p>
          <a:endParaRPr lang="en-US"/>
        </a:p>
      </dgm:t>
    </dgm:pt>
    <dgm:pt modelId="{23631CF0-3321-437F-A970-D216B0888919}">
      <dgm:prSet/>
      <dgm:spPr/>
      <dgm:t>
        <a:bodyPr/>
        <a:lstStyle/>
        <a:p>
          <a:r>
            <a:rPr lang="en-US"/>
            <a:t>Use</a:t>
          </a:r>
        </a:p>
      </dgm:t>
    </dgm:pt>
    <dgm:pt modelId="{0B294F99-2967-4533-B158-4EF3A92CF624}" type="parTrans" cxnId="{C6716726-B438-4611-B75D-A074B7161DBD}">
      <dgm:prSet/>
      <dgm:spPr/>
      <dgm:t>
        <a:bodyPr/>
        <a:lstStyle/>
        <a:p>
          <a:endParaRPr lang="en-US"/>
        </a:p>
      </dgm:t>
    </dgm:pt>
    <dgm:pt modelId="{7B24AAC8-A02B-4D8A-925F-7EBE882E7075}" type="sibTrans" cxnId="{C6716726-B438-4611-B75D-A074B7161DBD}">
      <dgm:prSet/>
      <dgm:spPr/>
      <dgm:t>
        <a:bodyPr/>
        <a:lstStyle/>
        <a:p>
          <a:endParaRPr lang="en-US"/>
        </a:p>
      </dgm:t>
    </dgm:pt>
    <dgm:pt modelId="{7F7C3FE2-AB02-4449-9B01-4EADFD2D2960}">
      <dgm:prSet/>
      <dgm:spPr/>
      <dgm:t>
        <a:bodyPr/>
        <a:lstStyle/>
        <a:p>
          <a:r>
            <a:rPr lang="en-US"/>
            <a:t>Use dependency scanning (Dependabot, GitLab Security) (GitHub Docs)</a:t>
          </a:r>
        </a:p>
      </dgm:t>
    </dgm:pt>
    <dgm:pt modelId="{EABC0F10-AA94-44C0-A433-2C9665A2CA2E}" type="parTrans" cxnId="{3C4B48CE-762A-4070-AE17-78678A7C0A61}">
      <dgm:prSet/>
      <dgm:spPr/>
      <dgm:t>
        <a:bodyPr/>
        <a:lstStyle/>
        <a:p>
          <a:endParaRPr lang="en-US"/>
        </a:p>
      </dgm:t>
    </dgm:pt>
    <dgm:pt modelId="{52E4043D-F354-4230-BAA5-D39A55D83052}" type="sibTrans" cxnId="{3C4B48CE-762A-4070-AE17-78678A7C0A61}">
      <dgm:prSet/>
      <dgm:spPr/>
      <dgm:t>
        <a:bodyPr/>
        <a:lstStyle/>
        <a:p>
          <a:endParaRPr lang="en-US"/>
        </a:p>
      </dgm:t>
    </dgm:pt>
    <dgm:pt modelId="{5261FA39-DB7E-410E-ACBE-FBADD5B7DE90}">
      <dgm:prSet/>
      <dgm:spPr/>
      <dgm:t>
        <a:bodyPr/>
        <a:lstStyle/>
        <a:p>
          <a:r>
            <a:rPr lang="en-US"/>
            <a:t>Pin and update</a:t>
          </a:r>
        </a:p>
      </dgm:t>
    </dgm:pt>
    <dgm:pt modelId="{929D3DE2-FE71-4964-A64C-2009FDDEA5CD}" type="parTrans" cxnId="{358F258C-6ACB-4B92-8AF2-48BE124BF33D}">
      <dgm:prSet/>
      <dgm:spPr/>
      <dgm:t>
        <a:bodyPr/>
        <a:lstStyle/>
        <a:p>
          <a:endParaRPr lang="en-US"/>
        </a:p>
      </dgm:t>
    </dgm:pt>
    <dgm:pt modelId="{A6C18E0A-312A-440C-B510-03C7F19FA744}" type="sibTrans" cxnId="{358F258C-6ACB-4B92-8AF2-48BE124BF33D}">
      <dgm:prSet/>
      <dgm:spPr/>
      <dgm:t>
        <a:bodyPr/>
        <a:lstStyle/>
        <a:p>
          <a:endParaRPr lang="en-US"/>
        </a:p>
      </dgm:t>
    </dgm:pt>
    <dgm:pt modelId="{31FE0699-2881-46B2-B3BB-DADCA7818FED}">
      <dgm:prSet/>
      <dgm:spPr/>
      <dgm:t>
        <a:bodyPr/>
        <a:lstStyle/>
        <a:p>
          <a:r>
            <a:rPr lang="en-US"/>
            <a:t>Pin and update dependencies to avoid vulnerable or abandoned packages </a:t>
          </a:r>
        </a:p>
      </dgm:t>
    </dgm:pt>
    <dgm:pt modelId="{3F6EE04C-FCAD-449C-B983-0F9B40717D11}" type="parTrans" cxnId="{B0586BC4-9D55-48FF-961E-DF92801C40A3}">
      <dgm:prSet/>
      <dgm:spPr/>
      <dgm:t>
        <a:bodyPr/>
        <a:lstStyle/>
        <a:p>
          <a:endParaRPr lang="en-US"/>
        </a:p>
      </dgm:t>
    </dgm:pt>
    <dgm:pt modelId="{561BF6CF-32E1-4A55-8BD0-D16FF4A7D0BF}" type="sibTrans" cxnId="{B0586BC4-9D55-48FF-961E-DF92801C40A3}">
      <dgm:prSet/>
      <dgm:spPr/>
      <dgm:t>
        <a:bodyPr/>
        <a:lstStyle/>
        <a:p>
          <a:endParaRPr lang="en-US"/>
        </a:p>
      </dgm:t>
    </dgm:pt>
    <dgm:pt modelId="{0BFDE167-1BC9-40A9-B4F0-C65C3F3F3A35}">
      <dgm:prSet/>
      <dgm:spPr/>
      <dgm:t>
        <a:bodyPr/>
        <a:lstStyle/>
        <a:p>
          <a:r>
            <a:rPr lang="en-US"/>
            <a:t>Generate</a:t>
          </a:r>
        </a:p>
      </dgm:t>
    </dgm:pt>
    <dgm:pt modelId="{68D0C86A-548D-4596-9341-2735B35EDE68}" type="parTrans" cxnId="{27B81FC5-1942-43DA-A3FB-598E16ADAFA7}">
      <dgm:prSet/>
      <dgm:spPr/>
      <dgm:t>
        <a:bodyPr/>
        <a:lstStyle/>
        <a:p>
          <a:endParaRPr lang="en-US"/>
        </a:p>
      </dgm:t>
    </dgm:pt>
    <dgm:pt modelId="{FAF48A98-41ED-4E7B-B794-D0E13A05E164}" type="sibTrans" cxnId="{27B81FC5-1942-43DA-A3FB-598E16ADAFA7}">
      <dgm:prSet/>
      <dgm:spPr/>
      <dgm:t>
        <a:bodyPr/>
        <a:lstStyle/>
        <a:p>
          <a:endParaRPr lang="en-US"/>
        </a:p>
      </dgm:t>
    </dgm:pt>
    <dgm:pt modelId="{033B6A79-E794-4198-A739-F6869354059A}">
      <dgm:prSet/>
      <dgm:spPr/>
      <dgm:t>
        <a:bodyPr/>
        <a:lstStyle/>
        <a:p>
          <a:r>
            <a:rPr lang="en-US"/>
            <a:t>Generate a Software Bill of Materials (SBOM)</a:t>
          </a:r>
        </a:p>
      </dgm:t>
    </dgm:pt>
    <dgm:pt modelId="{22914352-0107-4F60-97C3-AA92A2843A72}" type="parTrans" cxnId="{AF7321F0-CACE-4534-B082-094295A07D9C}">
      <dgm:prSet/>
      <dgm:spPr/>
      <dgm:t>
        <a:bodyPr/>
        <a:lstStyle/>
        <a:p>
          <a:endParaRPr lang="en-US"/>
        </a:p>
      </dgm:t>
    </dgm:pt>
    <dgm:pt modelId="{E84987D5-DACA-451C-8D83-A65EBC4D8BFB}" type="sibTrans" cxnId="{AF7321F0-CACE-4534-B082-094295A07D9C}">
      <dgm:prSet/>
      <dgm:spPr/>
      <dgm:t>
        <a:bodyPr/>
        <a:lstStyle/>
        <a:p>
          <a:endParaRPr lang="en-US"/>
        </a:p>
      </dgm:t>
    </dgm:pt>
    <dgm:pt modelId="{F6520B8C-B297-47EE-B9D4-CAAC64AB6926}" type="pres">
      <dgm:prSet presAssocID="{3EF205BD-984E-48C2-A1EF-6E6C968ACB1D}" presName="Name0" presStyleCnt="0">
        <dgm:presLayoutVars>
          <dgm:dir/>
          <dgm:animLvl val="lvl"/>
          <dgm:resizeHandles val="exact"/>
        </dgm:presLayoutVars>
      </dgm:prSet>
      <dgm:spPr/>
    </dgm:pt>
    <dgm:pt modelId="{67E7C6F3-E8E6-4CD2-A959-142A013A2417}" type="pres">
      <dgm:prSet presAssocID="{AD7BE6E7-0156-4B92-9F2C-BDFAE2DC4E48}" presName="linNode" presStyleCnt="0"/>
      <dgm:spPr/>
    </dgm:pt>
    <dgm:pt modelId="{FB5CD089-4F3C-4818-95FF-9784C320A016}" type="pres">
      <dgm:prSet presAssocID="{AD7BE6E7-0156-4B92-9F2C-BDFAE2DC4E48}" presName="parentText" presStyleLbl="solidFgAcc1" presStyleIdx="0" presStyleCnt="4">
        <dgm:presLayoutVars>
          <dgm:chMax val="1"/>
          <dgm:bulletEnabled/>
        </dgm:presLayoutVars>
      </dgm:prSet>
      <dgm:spPr/>
    </dgm:pt>
    <dgm:pt modelId="{C0EE760E-BE89-470F-954A-354BB7F55083}" type="pres">
      <dgm:prSet presAssocID="{AD7BE6E7-0156-4B92-9F2C-BDFAE2DC4E48}" presName="descendantText" presStyleLbl="alignNode1" presStyleIdx="0" presStyleCnt="4">
        <dgm:presLayoutVars>
          <dgm:bulletEnabled/>
        </dgm:presLayoutVars>
      </dgm:prSet>
      <dgm:spPr/>
    </dgm:pt>
    <dgm:pt modelId="{AE6009EA-3D0C-46CA-81C5-4C1F2FFEEE58}" type="pres">
      <dgm:prSet presAssocID="{EBC0BDC6-D0F5-4FAC-939B-9CAA56D3D60C}" presName="sp" presStyleCnt="0"/>
      <dgm:spPr/>
    </dgm:pt>
    <dgm:pt modelId="{20E6AD28-5D42-41D3-BF95-D7FA28F838A8}" type="pres">
      <dgm:prSet presAssocID="{23631CF0-3321-437F-A970-D216B0888919}" presName="linNode" presStyleCnt="0"/>
      <dgm:spPr/>
    </dgm:pt>
    <dgm:pt modelId="{375CED9C-FDEB-4F89-87CD-6AEDBA4635E7}" type="pres">
      <dgm:prSet presAssocID="{23631CF0-3321-437F-A970-D216B0888919}" presName="parentText" presStyleLbl="solidFgAcc1" presStyleIdx="1" presStyleCnt="4">
        <dgm:presLayoutVars>
          <dgm:chMax val="1"/>
          <dgm:bulletEnabled/>
        </dgm:presLayoutVars>
      </dgm:prSet>
      <dgm:spPr/>
    </dgm:pt>
    <dgm:pt modelId="{1294F361-4472-493C-A01C-6EDD783B4676}" type="pres">
      <dgm:prSet presAssocID="{23631CF0-3321-437F-A970-D216B0888919}" presName="descendantText" presStyleLbl="alignNode1" presStyleIdx="1" presStyleCnt="4">
        <dgm:presLayoutVars>
          <dgm:bulletEnabled/>
        </dgm:presLayoutVars>
      </dgm:prSet>
      <dgm:spPr/>
    </dgm:pt>
    <dgm:pt modelId="{0F5F0652-A06F-434D-A18D-CF2FC1276F46}" type="pres">
      <dgm:prSet presAssocID="{7B24AAC8-A02B-4D8A-925F-7EBE882E7075}" presName="sp" presStyleCnt="0"/>
      <dgm:spPr/>
    </dgm:pt>
    <dgm:pt modelId="{053E9931-814E-419C-816A-E0302A8A7403}" type="pres">
      <dgm:prSet presAssocID="{5261FA39-DB7E-410E-ACBE-FBADD5B7DE90}" presName="linNode" presStyleCnt="0"/>
      <dgm:spPr/>
    </dgm:pt>
    <dgm:pt modelId="{98077E86-0295-4AB3-A2F3-0200EA45812B}" type="pres">
      <dgm:prSet presAssocID="{5261FA39-DB7E-410E-ACBE-FBADD5B7DE90}" presName="parentText" presStyleLbl="solidFgAcc1" presStyleIdx="2" presStyleCnt="4">
        <dgm:presLayoutVars>
          <dgm:chMax val="1"/>
          <dgm:bulletEnabled/>
        </dgm:presLayoutVars>
      </dgm:prSet>
      <dgm:spPr/>
    </dgm:pt>
    <dgm:pt modelId="{BF838278-DFDB-4B05-A1A8-19FD1EE6488E}" type="pres">
      <dgm:prSet presAssocID="{5261FA39-DB7E-410E-ACBE-FBADD5B7DE90}" presName="descendantText" presStyleLbl="alignNode1" presStyleIdx="2" presStyleCnt="4">
        <dgm:presLayoutVars>
          <dgm:bulletEnabled/>
        </dgm:presLayoutVars>
      </dgm:prSet>
      <dgm:spPr/>
    </dgm:pt>
    <dgm:pt modelId="{7E5B0BEA-59E2-4C99-B7A9-CB989D86B5A1}" type="pres">
      <dgm:prSet presAssocID="{A6C18E0A-312A-440C-B510-03C7F19FA744}" presName="sp" presStyleCnt="0"/>
      <dgm:spPr/>
    </dgm:pt>
    <dgm:pt modelId="{14901081-72B6-4B8E-B828-7B878DB5061B}" type="pres">
      <dgm:prSet presAssocID="{0BFDE167-1BC9-40A9-B4F0-C65C3F3F3A35}" presName="linNode" presStyleCnt="0"/>
      <dgm:spPr/>
    </dgm:pt>
    <dgm:pt modelId="{BD9E4714-658D-47EB-BD34-349F5F67D629}" type="pres">
      <dgm:prSet presAssocID="{0BFDE167-1BC9-40A9-B4F0-C65C3F3F3A35}" presName="parentText" presStyleLbl="solidFgAcc1" presStyleIdx="3" presStyleCnt="4">
        <dgm:presLayoutVars>
          <dgm:chMax val="1"/>
          <dgm:bulletEnabled/>
        </dgm:presLayoutVars>
      </dgm:prSet>
      <dgm:spPr/>
    </dgm:pt>
    <dgm:pt modelId="{AF64F992-6956-409D-A13C-15B168516AA0}" type="pres">
      <dgm:prSet presAssocID="{0BFDE167-1BC9-40A9-B4F0-C65C3F3F3A35}" presName="descendantText" presStyleLbl="alignNode1" presStyleIdx="3" presStyleCnt="4">
        <dgm:presLayoutVars>
          <dgm:bulletEnabled/>
        </dgm:presLayoutVars>
      </dgm:prSet>
      <dgm:spPr/>
    </dgm:pt>
  </dgm:ptLst>
  <dgm:cxnLst>
    <dgm:cxn modelId="{9A394917-20AE-4D61-A3EA-3F79C367F9A5}" type="presOf" srcId="{7F7C3FE2-AB02-4449-9B01-4EADFD2D2960}" destId="{1294F361-4472-493C-A01C-6EDD783B4676}" srcOrd="0" destOrd="0" presId="urn:microsoft.com/office/officeart/2016/7/layout/VerticalHollowActionList"/>
    <dgm:cxn modelId="{BD8CFA20-D6C4-4757-B326-F05EE21749FF}" srcId="{3EF205BD-984E-48C2-A1EF-6E6C968ACB1D}" destId="{AD7BE6E7-0156-4B92-9F2C-BDFAE2DC4E48}" srcOrd="0" destOrd="0" parTransId="{993F50AC-B11F-4355-B336-9187221BC7BD}" sibTransId="{EBC0BDC6-D0F5-4FAC-939B-9CAA56D3D60C}"/>
    <dgm:cxn modelId="{41EB3024-8A3A-4E0B-B54D-01CD05F5C5EE}" type="presOf" srcId="{AD7BE6E7-0156-4B92-9F2C-BDFAE2DC4E48}" destId="{FB5CD089-4F3C-4818-95FF-9784C320A016}" srcOrd="0" destOrd="0" presId="urn:microsoft.com/office/officeart/2016/7/layout/VerticalHollowActionList"/>
    <dgm:cxn modelId="{C6716726-B438-4611-B75D-A074B7161DBD}" srcId="{3EF205BD-984E-48C2-A1EF-6E6C968ACB1D}" destId="{23631CF0-3321-437F-A970-D216B0888919}" srcOrd="1" destOrd="0" parTransId="{0B294F99-2967-4533-B158-4EF3A92CF624}" sibTransId="{7B24AAC8-A02B-4D8A-925F-7EBE882E7075}"/>
    <dgm:cxn modelId="{3CD6222B-09AF-4AEF-AFA5-32A51467E21E}" type="presOf" srcId="{5261FA39-DB7E-410E-ACBE-FBADD5B7DE90}" destId="{98077E86-0295-4AB3-A2F3-0200EA45812B}" srcOrd="0" destOrd="0" presId="urn:microsoft.com/office/officeart/2016/7/layout/VerticalHollowActionList"/>
    <dgm:cxn modelId="{9BC7693C-E9BE-450E-B020-35CBA7795E7C}" type="presOf" srcId="{0BFDE167-1BC9-40A9-B4F0-C65C3F3F3A35}" destId="{BD9E4714-658D-47EB-BD34-349F5F67D629}" srcOrd="0" destOrd="0" presId="urn:microsoft.com/office/officeart/2016/7/layout/VerticalHollowActionList"/>
    <dgm:cxn modelId="{3AF59165-E70F-4CE7-9ED4-11591D5787C5}" type="presOf" srcId="{033B6A79-E794-4198-A739-F6869354059A}" destId="{AF64F992-6956-409D-A13C-15B168516AA0}" srcOrd="0" destOrd="0" presId="urn:microsoft.com/office/officeart/2016/7/layout/VerticalHollowActionList"/>
    <dgm:cxn modelId="{16458881-0AA3-45D5-913D-E01B47A6D660}" type="presOf" srcId="{722B8F3A-5FD9-46B9-BAAA-B15311EDC396}" destId="{C0EE760E-BE89-470F-954A-354BB7F55083}" srcOrd="0" destOrd="0" presId="urn:microsoft.com/office/officeart/2016/7/layout/VerticalHollowActionList"/>
    <dgm:cxn modelId="{358F258C-6ACB-4B92-8AF2-48BE124BF33D}" srcId="{3EF205BD-984E-48C2-A1EF-6E6C968ACB1D}" destId="{5261FA39-DB7E-410E-ACBE-FBADD5B7DE90}" srcOrd="2" destOrd="0" parTransId="{929D3DE2-FE71-4964-A64C-2009FDDEA5CD}" sibTransId="{A6C18E0A-312A-440C-B510-03C7F19FA744}"/>
    <dgm:cxn modelId="{4A50558F-37A4-4EC7-8D87-E786DADE58E1}" type="presOf" srcId="{3EF205BD-984E-48C2-A1EF-6E6C968ACB1D}" destId="{F6520B8C-B297-47EE-B9D4-CAAC64AB6926}" srcOrd="0" destOrd="0" presId="urn:microsoft.com/office/officeart/2016/7/layout/VerticalHollowActionList"/>
    <dgm:cxn modelId="{0FBD5C9F-F439-4CBC-AE7F-3E9CD47CF35F}" type="presOf" srcId="{31FE0699-2881-46B2-B3BB-DADCA7818FED}" destId="{BF838278-DFDB-4B05-A1A8-19FD1EE6488E}" srcOrd="0" destOrd="0" presId="urn:microsoft.com/office/officeart/2016/7/layout/VerticalHollowActionList"/>
    <dgm:cxn modelId="{B0586BC4-9D55-48FF-961E-DF92801C40A3}" srcId="{5261FA39-DB7E-410E-ACBE-FBADD5B7DE90}" destId="{31FE0699-2881-46B2-B3BB-DADCA7818FED}" srcOrd="0" destOrd="0" parTransId="{3F6EE04C-FCAD-449C-B983-0F9B40717D11}" sibTransId="{561BF6CF-32E1-4A55-8BD0-D16FF4A7D0BF}"/>
    <dgm:cxn modelId="{27B81FC5-1942-43DA-A3FB-598E16ADAFA7}" srcId="{3EF205BD-984E-48C2-A1EF-6E6C968ACB1D}" destId="{0BFDE167-1BC9-40A9-B4F0-C65C3F3F3A35}" srcOrd="3" destOrd="0" parTransId="{68D0C86A-548D-4596-9341-2735B35EDE68}" sibTransId="{FAF48A98-41ED-4E7B-B794-D0E13A05E164}"/>
    <dgm:cxn modelId="{3C4B48CE-762A-4070-AE17-78678A7C0A61}" srcId="{23631CF0-3321-437F-A970-D216B0888919}" destId="{7F7C3FE2-AB02-4449-9B01-4EADFD2D2960}" srcOrd="0" destOrd="0" parTransId="{EABC0F10-AA94-44C0-A433-2C9665A2CA2E}" sibTransId="{52E4043D-F354-4230-BAA5-D39A55D83052}"/>
    <dgm:cxn modelId="{AA6066CF-B87C-4169-A67E-B3510850F4B9}" srcId="{AD7BE6E7-0156-4B92-9F2C-BDFAE2DC4E48}" destId="{722B8F3A-5FD9-46B9-BAAA-B15311EDC396}" srcOrd="0" destOrd="0" parTransId="{F0BB7B5E-8EBF-4618-BFFF-33716033FA88}" sibTransId="{028C2733-B2E7-4013-BC74-9CE8E55DAF6A}"/>
    <dgm:cxn modelId="{5C2FFBEA-7D14-4573-9FE0-99AEE8635FE3}" type="presOf" srcId="{23631CF0-3321-437F-A970-D216B0888919}" destId="{375CED9C-FDEB-4F89-87CD-6AEDBA4635E7}" srcOrd="0" destOrd="0" presId="urn:microsoft.com/office/officeart/2016/7/layout/VerticalHollowActionList"/>
    <dgm:cxn modelId="{AF7321F0-CACE-4534-B082-094295A07D9C}" srcId="{0BFDE167-1BC9-40A9-B4F0-C65C3F3F3A35}" destId="{033B6A79-E794-4198-A739-F6869354059A}" srcOrd="0" destOrd="0" parTransId="{22914352-0107-4F60-97C3-AA92A2843A72}" sibTransId="{E84987D5-DACA-451C-8D83-A65EBC4D8BFB}"/>
    <dgm:cxn modelId="{9E28523A-FC0D-4D87-8A55-14B052ABF948}" type="presParOf" srcId="{F6520B8C-B297-47EE-B9D4-CAAC64AB6926}" destId="{67E7C6F3-E8E6-4CD2-A959-142A013A2417}" srcOrd="0" destOrd="0" presId="urn:microsoft.com/office/officeart/2016/7/layout/VerticalHollowActionList"/>
    <dgm:cxn modelId="{FFB5F069-000F-4E0B-8A9E-0B36E0D8CD02}" type="presParOf" srcId="{67E7C6F3-E8E6-4CD2-A959-142A013A2417}" destId="{FB5CD089-4F3C-4818-95FF-9784C320A016}" srcOrd="0" destOrd="0" presId="urn:microsoft.com/office/officeart/2016/7/layout/VerticalHollowActionList"/>
    <dgm:cxn modelId="{78219E46-768E-4F02-BAED-DD16D55D463E}" type="presParOf" srcId="{67E7C6F3-E8E6-4CD2-A959-142A013A2417}" destId="{C0EE760E-BE89-470F-954A-354BB7F55083}" srcOrd="1" destOrd="0" presId="urn:microsoft.com/office/officeart/2016/7/layout/VerticalHollowActionList"/>
    <dgm:cxn modelId="{DDC7DA68-1051-4548-966D-052D366780A1}" type="presParOf" srcId="{F6520B8C-B297-47EE-B9D4-CAAC64AB6926}" destId="{AE6009EA-3D0C-46CA-81C5-4C1F2FFEEE58}" srcOrd="1" destOrd="0" presId="urn:microsoft.com/office/officeart/2016/7/layout/VerticalHollowActionList"/>
    <dgm:cxn modelId="{CA37D7E0-32D9-448D-918C-66DFE038DBDF}" type="presParOf" srcId="{F6520B8C-B297-47EE-B9D4-CAAC64AB6926}" destId="{20E6AD28-5D42-41D3-BF95-D7FA28F838A8}" srcOrd="2" destOrd="0" presId="urn:microsoft.com/office/officeart/2016/7/layout/VerticalHollowActionList"/>
    <dgm:cxn modelId="{C4CAE1E2-078A-46FE-AF08-A435AC8E75EA}" type="presParOf" srcId="{20E6AD28-5D42-41D3-BF95-D7FA28F838A8}" destId="{375CED9C-FDEB-4F89-87CD-6AEDBA4635E7}" srcOrd="0" destOrd="0" presId="urn:microsoft.com/office/officeart/2016/7/layout/VerticalHollowActionList"/>
    <dgm:cxn modelId="{0BFFE6CF-AD7B-410D-BF84-2201B9D901CE}" type="presParOf" srcId="{20E6AD28-5D42-41D3-BF95-D7FA28F838A8}" destId="{1294F361-4472-493C-A01C-6EDD783B4676}" srcOrd="1" destOrd="0" presId="urn:microsoft.com/office/officeart/2016/7/layout/VerticalHollowActionList"/>
    <dgm:cxn modelId="{F308ADE0-889D-47C5-84CA-00ADB03E97F3}" type="presParOf" srcId="{F6520B8C-B297-47EE-B9D4-CAAC64AB6926}" destId="{0F5F0652-A06F-434D-A18D-CF2FC1276F46}" srcOrd="3" destOrd="0" presId="urn:microsoft.com/office/officeart/2016/7/layout/VerticalHollowActionList"/>
    <dgm:cxn modelId="{DBA1C7AA-479F-4DC0-99EB-8FF57E991018}" type="presParOf" srcId="{F6520B8C-B297-47EE-B9D4-CAAC64AB6926}" destId="{053E9931-814E-419C-816A-E0302A8A7403}" srcOrd="4" destOrd="0" presId="urn:microsoft.com/office/officeart/2016/7/layout/VerticalHollowActionList"/>
    <dgm:cxn modelId="{C0B8B5B3-10D2-4974-8C9A-C8AF08411A06}" type="presParOf" srcId="{053E9931-814E-419C-816A-E0302A8A7403}" destId="{98077E86-0295-4AB3-A2F3-0200EA45812B}" srcOrd="0" destOrd="0" presId="urn:microsoft.com/office/officeart/2016/7/layout/VerticalHollowActionList"/>
    <dgm:cxn modelId="{14E7E917-1F77-49D2-8552-3CB3F54C804B}" type="presParOf" srcId="{053E9931-814E-419C-816A-E0302A8A7403}" destId="{BF838278-DFDB-4B05-A1A8-19FD1EE6488E}" srcOrd="1" destOrd="0" presId="urn:microsoft.com/office/officeart/2016/7/layout/VerticalHollowActionList"/>
    <dgm:cxn modelId="{7D4889D0-8D20-4C06-8027-F2F87637C4FB}" type="presParOf" srcId="{F6520B8C-B297-47EE-B9D4-CAAC64AB6926}" destId="{7E5B0BEA-59E2-4C99-B7A9-CB989D86B5A1}" srcOrd="5" destOrd="0" presId="urn:microsoft.com/office/officeart/2016/7/layout/VerticalHollowActionList"/>
    <dgm:cxn modelId="{0D45F0EB-3014-4A58-AC25-84860169BCF4}" type="presParOf" srcId="{F6520B8C-B297-47EE-B9D4-CAAC64AB6926}" destId="{14901081-72B6-4B8E-B828-7B878DB5061B}" srcOrd="6" destOrd="0" presId="urn:microsoft.com/office/officeart/2016/7/layout/VerticalHollowActionList"/>
    <dgm:cxn modelId="{4259137D-C84D-4FAE-83D4-B3CEA36A64FA}" type="presParOf" srcId="{14901081-72B6-4B8E-B828-7B878DB5061B}" destId="{BD9E4714-658D-47EB-BD34-349F5F67D629}" srcOrd="0" destOrd="0" presId="urn:microsoft.com/office/officeart/2016/7/layout/VerticalHollowActionList"/>
    <dgm:cxn modelId="{D6D6E39A-31E0-4A3F-9A2D-6DDB25F9F6F1}" type="presParOf" srcId="{14901081-72B6-4B8E-B828-7B878DB5061B}" destId="{AF64F992-6956-409D-A13C-15B168516AA0}" srcOrd="1" destOrd="0" presId="urn:microsoft.com/office/officeart/2016/7/layout/VerticalHollow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64AF27E-A659-4016-B778-B46A572EC39C}" type="doc">
      <dgm:prSet loTypeId="urn:microsoft.com/office/officeart/2016/7/layout/VerticalHollowActionList" loCatId="List" qsTypeId="urn:microsoft.com/office/officeart/2005/8/quickstyle/simple1" qsCatId="simple" csTypeId="urn:microsoft.com/office/officeart/2005/8/colors/accent1_2" csCatId="accent1"/>
      <dgm:spPr/>
      <dgm:t>
        <a:bodyPr/>
        <a:lstStyle/>
        <a:p>
          <a:endParaRPr lang="en-US"/>
        </a:p>
      </dgm:t>
    </dgm:pt>
    <dgm:pt modelId="{FE1CB765-840A-4413-8538-621F4501A2C2}">
      <dgm:prSet/>
      <dgm:spPr/>
      <dgm:t>
        <a:bodyPr/>
        <a:lstStyle/>
        <a:p>
          <a:r>
            <a:rPr lang="en-US"/>
            <a:t>Store</a:t>
          </a:r>
        </a:p>
      </dgm:t>
    </dgm:pt>
    <dgm:pt modelId="{5B2DFB8E-8C03-48C3-A8CB-C27F2209BD9F}" type="parTrans" cxnId="{132B6B4F-9DBE-44B2-A3CB-630F01D14BD6}">
      <dgm:prSet/>
      <dgm:spPr/>
      <dgm:t>
        <a:bodyPr/>
        <a:lstStyle/>
        <a:p>
          <a:endParaRPr lang="en-US"/>
        </a:p>
      </dgm:t>
    </dgm:pt>
    <dgm:pt modelId="{4CBCEDA7-13A9-49F8-9D88-415D5BCA030A}" type="sibTrans" cxnId="{132B6B4F-9DBE-44B2-A3CB-630F01D14BD6}">
      <dgm:prSet/>
      <dgm:spPr/>
      <dgm:t>
        <a:bodyPr/>
        <a:lstStyle/>
        <a:p>
          <a:endParaRPr lang="en-US"/>
        </a:p>
      </dgm:t>
    </dgm:pt>
    <dgm:pt modelId="{305D48DA-2214-44B9-A573-CAB7B1B1C66E}">
      <dgm:prSet/>
      <dgm:spPr/>
      <dgm:t>
        <a:bodyPr/>
        <a:lstStyle/>
        <a:p>
          <a:r>
            <a:rPr lang="en-US"/>
            <a:t>Store code only on trusted repository platforms (NCSC)</a:t>
          </a:r>
        </a:p>
      </dgm:t>
    </dgm:pt>
    <dgm:pt modelId="{176EB6E5-6344-48B5-B582-5349382BB14C}" type="parTrans" cxnId="{24526A74-702F-4EE4-8DEB-8FFE8219CA62}">
      <dgm:prSet/>
      <dgm:spPr/>
      <dgm:t>
        <a:bodyPr/>
        <a:lstStyle/>
        <a:p>
          <a:endParaRPr lang="en-US"/>
        </a:p>
      </dgm:t>
    </dgm:pt>
    <dgm:pt modelId="{7C2F308B-E320-47BD-9EDC-3472F02BD0B1}" type="sibTrans" cxnId="{24526A74-702F-4EE4-8DEB-8FFE8219CA62}">
      <dgm:prSet/>
      <dgm:spPr/>
      <dgm:t>
        <a:bodyPr/>
        <a:lstStyle/>
        <a:p>
          <a:endParaRPr lang="en-US"/>
        </a:p>
      </dgm:t>
    </dgm:pt>
    <dgm:pt modelId="{4C880A8D-129C-4907-B86A-DF4F1B89D277}">
      <dgm:prSet/>
      <dgm:spPr/>
      <dgm:t>
        <a:bodyPr/>
        <a:lstStyle/>
        <a:p>
          <a:r>
            <a:rPr lang="en-US"/>
            <a:t>Lock down</a:t>
          </a:r>
        </a:p>
      </dgm:t>
    </dgm:pt>
    <dgm:pt modelId="{44994ED4-238A-46FE-B7CC-3398915A943C}" type="parTrans" cxnId="{CE517DFE-B181-4F9B-9A9E-04E3959CA60D}">
      <dgm:prSet/>
      <dgm:spPr/>
      <dgm:t>
        <a:bodyPr/>
        <a:lstStyle/>
        <a:p>
          <a:endParaRPr lang="en-US"/>
        </a:p>
      </dgm:t>
    </dgm:pt>
    <dgm:pt modelId="{A1F30614-05B0-4F9F-B2FE-741561058594}" type="sibTrans" cxnId="{CE517DFE-B181-4F9B-9A9E-04E3959CA60D}">
      <dgm:prSet/>
      <dgm:spPr/>
      <dgm:t>
        <a:bodyPr/>
        <a:lstStyle/>
        <a:p>
          <a:endParaRPr lang="en-US"/>
        </a:p>
      </dgm:t>
    </dgm:pt>
    <dgm:pt modelId="{385A4856-E7B3-4E5C-AF60-5913CC0ECF1F}">
      <dgm:prSet/>
      <dgm:spPr/>
      <dgm:t>
        <a:bodyPr/>
        <a:lstStyle/>
        <a:p>
          <a:r>
            <a:rPr lang="en-US"/>
            <a:t>Lock down CI/CD runners/agents to prevent untrusted execution (NCCoE)</a:t>
          </a:r>
        </a:p>
      </dgm:t>
    </dgm:pt>
    <dgm:pt modelId="{9787EA7E-F26C-47FA-A01C-A78E73C525F4}" type="parTrans" cxnId="{8DE4052C-FCCC-4345-9E8E-AED23B9EF6D8}">
      <dgm:prSet/>
      <dgm:spPr/>
      <dgm:t>
        <a:bodyPr/>
        <a:lstStyle/>
        <a:p>
          <a:endParaRPr lang="en-US"/>
        </a:p>
      </dgm:t>
    </dgm:pt>
    <dgm:pt modelId="{A9B6B359-CB9A-4945-BE3F-05759E2D7FCB}" type="sibTrans" cxnId="{8DE4052C-FCCC-4345-9E8E-AED23B9EF6D8}">
      <dgm:prSet/>
      <dgm:spPr/>
      <dgm:t>
        <a:bodyPr/>
        <a:lstStyle/>
        <a:p>
          <a:endParaRPr lang="en-US"/>
        </a:p>
      </dgm:t>
    </dgm:pt>
    <dgm:pt modelId="{531B1B68-EC70-4898-9CCC-57F54C2921CF}">
      <dgm:prSet/>
      <dgm:spPr/>
      <dgm:t>
        <a:bodyPr/>
        <a:lstStyle/>
        <a:p>
          <a:r>
            <a:rPr lang="en-US"/>
            <a:t>Protect</a:t>
          </a:r>
        </a:p>
      </dgm:t>
    </dgm:pt>
    <dgm:pt modelId="{D5010CFB-2DBF-4526-9BC1-6433D5B6EE4E}" type="parTrans" cxnId="{33FC37E8-E571-42CD-9FFC-0A0449F42C12}">
      <dgm:prSet/>
      <dgm:spPr/>
      <dgm:t>
        <a:bodyPr/>
        <a:lstStyle/>
        <a:p>
          <a:endParaRPr lang="en-US"/>
        </a:p>
      </dgm:t>
    </dgm:pt>
    <dgm:pt modelId="{7405CB04-6D5B-43EF-8A25-B6CB4480FC5B}" type="sibTrans" cxnId="{33FC37E8-E571-42CD-9FFC-0A0449F42C12}">
      <dgm:prSet/>
      <dgm:spPr/>
      <dgm:t>
        <a:bodyPr/>
        <a:lstStyle/>
        <a:p>
          <a:endParaRPr lang="en-US"/>
        </a:p>
      </dgm:t>
    </dgm:pt>
    <dgm:pt modelId="{F3456C81-2345-449E-A1AB-A3EF5E893482}">
      <dgm:prSet/>
      <dgm:spPr/>
      <dgm:t>
        <a:bodyPr/>
        <a:lstStyle/>
        <a:p>
          <a:r>
            <a:rPr lang="en-US"/>
            <a:t>Protect build scripts and configuration-as-code like source code itself </a:t>
          </a:r>
        </a:p>
      </dgm:t>
    </dgm:pt>
    <dgm:pt modelId="{30326E3B-B5D1-4A7B-8CCE-777325CC5D0F}" type="parTrans" cxnId="{1663C247-24B9-4542-B5A3-4C7ABC862850}">
      <dgm:prSet/>
      <dgm:spPr/>
      <dgm:t>
        <a:bodyPr/>
        <a:lstStyle/>
        <a:p>
          <a:endParaRPr lang="en-US"/>
        </a:p>
      </dgm:t>
    </dgm:pt>
    <dgm:pt modelId="{78C2FA23-BAA0-4D6B-8C86-BE6A01C067E6}" type="sibTrans" cxnId="{1663C247-24B9-4542-B5A3-4C7ABC862850}">
      <dgm:prSet/>
      <dgm:spPr/>
      <dgm:t>
        <a:bodyPr/>
        <a:lstStyle/>
        <a:p>
          <a:endParaRPr lang="en-US"/>
        </a:p>
      </dgm:t>
    </dgm:pt>
    <dgm:pt modelId="{0BBBC78A-F223-44A8-B9E0-BB757568662F}">
      <dgm:prSet/>
      <dgm:spPr/>
      <dgm:t>
        <a:bodyPr/>
        <a:lstStyle/>
        <a:p>
          <a:r>
            <a:rPr lang="en-US"/>
            <a:t>Ensure</a:t>
          </a:r>
        </a:p>
      </dgm:t>
    </dgm:pt>
    <dgm:pt modelId="{1D9E827E-EBFB-403B-B669-5806B41EDE8C}" type="parTrans" cxnId="{6470FB6E-2A44-4BC1-94BC-52D98C9D5B27}">
      <dgm:prSet/>
      <dgm:spPr/>
      <dgm:t>
        <a:bodyPr/>
        <a:lstStyle/>
        <a:p>
          <a:endParaRPr lang="en-US"/>
        </a:p>
      </dgm:t>
    </dgm:pt>
    <dgm:pt modelId="{FE28AC18-5CCD-4CF1-91A1-18AC63893943}" type="sibTrans" cxnId="{6470FB6E-2A44-4BC1-94BC-52D98C9D5B27}">
      <dgm:prSet/>
      <dgm:spPr/>
      <dgm:t>
        <a:bodyPr/>
        <a:lstStyle/>
        <a:p>
          <a:endParaRPr lang="en-US"/>
        </a:p>
      </dgm:t>
    </dgm:pt>
    <dgm:pt modelId="{F5AB2665-CA86-4718-88BF-CC92A1488BED}">
      <dgm:prSet/>
      <dgm:spPr/>
      <dgm:t>
        <a:bodyPr/>
        <a:lstStyle/>
        <a:p>
          <a:r>
            <a:rPr lang="en-US"/>
            <a:t>Ensure encryption at rest and in transit</a:t>
          </a:r>
        </a:p>
      </dgm:t>
    </dgm:pt>
    <dgm:pt modelId="{7BFD5440-8553-4E19-8C02-CC5634B8466C}" type="parTrans" cxnId="{18C1E6B3-5F6F-4AC8-B292-18EF87772795}">
      <dgm:prSet/>
      <dgm:spPr/>
      <dgm:t>
        <a:bodyPr/>
        <a:lstStyle/>
        <a:p>
          <a:endParaRPr lang="en-US"/>
        </a:p>
      </dgm:t>
    </dgm:pt>
    <dgm:pt modelId="{130355AE-789A-4D0D-A095-6831DE557715}" type="sibTrans" cxnId="{18C1E6B3-5F6F-4AC8-B292-18EF87772795}">
      <dgm:prSet/>
      <dgm:spPr/>
      <dgm:t>
        <a:bodyPr/>
        <a:lstStyle/>
        <a:p>
          <a:endParaRPr lang="en-US"/>
        </a:p>
      </dgm:t>
    </dgm:pt>
    <dgm:pt modelId="{FA71A6CC-01BE-4381-B117-7AD2D0631AB6}" type="pres">
      <dgm:prSet presAssocID="{564AF27E-A659-4016-B778-B46A572EC39C}" presName="Name0" presStyleCnt="0">
        <dgm:presLayoutVars>
          <dgm:dir/>
          <dgm:animLvl val="lvl"/>
          <dgm:resizeHandles val="exact"/>
        </dgm:presLayoutVars>
      </dgm:prSet>
      <dgm:spPr/>
    </dgm:pt>
    <dgm:pt modelId="{16577DDF-8186-4383-8FA5-B8CBAB19D62C}" type="pres">
      <dgm:prSet presAssocID="{FE1CB765-840A-4413-8538-621F4501A2C2}" presName="linNode" presStyleCnt="0"/>
      <dgm:spPr/>
    </dgm:pt>
    <dgm:pt modelId="{261E8B99-1E34-4058-946F-FF4E0D6D697D}" type="pres">
      <dgm:prSet presAssocID="{FE1CB765-840A-4413-8538-621F4501A2C2}" presName="parentText" presStyleLbl="solidFgAcc1" presStyleIdx="0" presStyleCnt="4">
        <dgm:presLayoutVars>
          <dgm:chMax val="1"/>
          <dgm:bulletEnabled/>
        </dgm:presLayoutVars>
      </dgm:prSet>
      <dgm:spPr/>
    </dgm:pt>
    <dgm:pt modelId="{7E9B11F5-4014-4EF3-A5E5-E0F97BCB596B}" type="pres">
      <dgm:prSet presAssocID="{FE1CB765-840A-4413-8538-621F4501A2C2}" presName="descendantText" presStyleLbl="alignNode1" presStyleIdx="0" presStyleCnt="4">
        <dgm:presLayoutVars>
          <dgm:bulletEnabled/>
        </dgm:presLayoutVars>
      </dgm:prSet>
      <dgm:spPr/>
    </dgm:pt>
    <dgm:pt modelId="{DB8EE78B-688D-4765-91A2-8A862568F350}" type="pres">
      <dgm:prSet presAssocID="{4CBCEDA7-13A9-49F8-9D88-415D5BCA030A}" presName="sp" presStyleCnt="0"/>
      <dgm:spPr/>
    </dgm:pt>
    <dgm:pt modelId="{ACBF2C70-752E-44A5-B6F3-A0ECA50BFC63}" type="pres">
      <dgm:prSet presAssocID="{4C880A8D-129C-4907-B86A-DF4F1B89D277}" presName="linNode" presStyleCnt="0"/>
      <dgm:spPr/>
    </dgm:pt>
    <dgm:pt modelId="{32FFCA8E-5F00-48A4-BA68-E9A12AC681CE}" type="pres">
      <dgm:prSet presAssocID="{4C880A8D-129C-4907-B86A-DF4F1B89D277}" presName="parentText" presStyleLbl="solidFgAcc1" presStyleIdx="1" presStyleCnt="4">
        <dgm:presLayoutVars>
          <dgm:chMax val="1"/>
          <dgm:bulletEnabled/>
        </dgm:presLayoutVars>
      </dgm:prSet>
      <dgm:spPr/>
    </dgm:pt>
    <dgm:pt modelId="{1CDB746D-5FF8-405C-B018-6ED667E8B2DF}" type="pres">
      <dgm:prSet presAssocID="{4C880A8D-129C-4907-B86A-DF4F1B89D277}" presName="descendantText" presStyleLbl="alignNode1" presStyleIdx="1" presStyleCnt="4">
        <dgm:presLayoutVars>
          <dgm:bulletEnabled/>
        </dgm:presLayoutVars>
      </dgm:prSet>
      <dgm:spPr/>
    </dgm:pt>
    <dgm:pt modelId="{36F01531-622A-460E-864A-8D555C277662}" type="pres">
      <dgm:prSet presAssocID="{A1F30614-05B0-4F9F-B2FE-741561058594}" presName="sp" presStyleCnt="0"/>
      <dgm:spPr/>
    </dgm:pt>
    <dgm:pt modelId="{DECB4249-1A05-4CAD-88FE-D5C03688B576}" type="pres">
      <dgm:prSet presAssocID="{531B1B68-EC70-4898-9CCC-57F54C2921CF}" presName="linNode" presStyleCnt="0"/>
      <dgm:spPr/>
    </dgm:pt>
    <dgm:pt modelId="{4C6BFEFB-9466-45D2-80E9-4581C2486459}" type="pres">
      <dgm:prSet presAssocID="{531B1B68-EC70-4898-9CCC-57F54C2921CF}" presName="parentText" presStyleLbl="solidFgAcc1" presStyleIdx="2" presStyleCnt="4">
        <dgm:presLayoutVars>
          <dgm:chMax val="1"/>
          <dgm:bulletEnabled/>
        </dgm:presLayoutVars>
      </dgm:prSet>
      <dgm:spPr/>
    </dgm:pt>
    <dgm:pt modelId="{BABEF971-CEF6-4185-B600-2EA9708E7A34}" type="pres">
      <dgm:prSet presAssocID="{531B1B68-EC70-4898-9CCC-57F54C2921CF}" presName="descendantText" presStyleLbl="alignNode1" presStyleIdx="2" presStyleCnt="4">
        <dgm:presLayoutVars>
          <dgm:bulletEnabled/>
        </dgm:presLayoutVars>
      </dgm:prSet>
      <dgm:spPr/>
    </dgm:pt>
    <dgm:pt modelId="{9A70EE00-3357-4E8B-B5D6-F2EE97E2EF91}" type="pres">
      <dgm:prSet presAssocID="{7405CB04-6D5B-43EF-8A25-B6CB4480FC5B}" presName="sp" presStyleCnt="0"/>
      <dgm:spPr/>
    </dgm:pt>
    <dgm:pt modelId="{E7852C70-885E-4037-93ED-5FB9061BDAAC}" type="pres">
      <dgm:prSet presAssocID="{0BBBC78A-F223-44A8-B9E0-BB757568662F}" presName="linNode" presStyleCnt="0"/>
      <dgm:spPr/>
    </dgm:pt>
    <dgm:pt modelId="{38DE21C3-8758-468F-8FEE-1C4BB07FDF07}" type="pres">
      <dgm:prSet presAssocID="{0BBBC78A-F223-44A8-B9E0-BB757568662F}" presName="parentText" presStyleLbl="solidFgAcc1" presStyleIdx="3" presStyleCnt="4">
        <dgm:presLayoutVars>
          <dgm:chMax val="1"/>
          <dgm:bulletEnabled/>
        </dgm:presLayoutVars>
      </dgm:prSet>
      <dgm:spPr/>
    </dgm:pt>
    <dgm:pt modelId="{0D06654D-0FED-4102-AE21-78FC231A0F95}" type="pres">
      <dgm:prSet presAssocID="{0BBBC78A-F223-44A8-B9E0-BB757568662F}" presName="descendantText" presStyleLbl="alignNode1" presStyleIdx="3" presStyleCnt="4">
        <dgm:presLayoutVars>
          <dgm:bulletEnabled/>
        </dgm:presLayoutVars>
      </dgm:prSet>
      <dgm:spPr/>
    </dgm:pt>
  </dgm:ptLst>
  <dgm:cxnLst>
    <dgm:cxn modelId="{4116E107-E855-487F-B772-843D2122534D}" type="presOf" srcId="{4C880A8D-129C-4907-B86A-DF4F1B89D277}" destId="{32FFCA8E-5F00-48A4-BA68-E9A12AC681CE}" srcOrd="0" destOrd="0" presId="urn:microsoft.com/office/officeart/2016/7/layout/VerticalHollowActionList"/>
    <dgm:cxn modelId="{1AC0D524-AC0A-49F5-8EF7-558D56EE106E}" type="presOf" srcId="{305D48DA-2214-44B9-A573-CAB7B1B1C66E}" destId="{7E9B11F5-4014-4EF3-A5E5-E0F97BCB596B}" srcOrd="0" destOrd="0" presId="urn:microsoft.com/office/officeart/2016/7/layout/VerticalHollowActionList"/>
    <dgm:cxn modelId="{8DE4052C-FCCC-4345-9E8E-AED23B9EF6D8}" srcId="{4C880A8D-129C-4907-B86A-DF4F1B89D277}" destId="{385A4856-E7B3-4E5C-AF60-5913CC0ECF1F}" srcOrd="0" destOrd="0" parTransId="{9787EA7E-F26C-47FA-A01C-A78E73C525F4}" sibTransId="{A9B6B359-CB9A-4945-BE3F-05759E2D7FCB}"/>
    <dgm:cxn modelId="{C8AEE02F-3AB6-4770-835F-7407C699E159}" type="presOf" srcId="{F5AB2665-CA86-4718-88BF-CC92A1488BED}" destId="{0D06654D-0FED-4102-AE21-78FC231A0F95}" srcOrd="0" destOrd="0" presId="urn:microsoft.com/office/officeart/2016/7/layout/VerticalHollowActionList"/>
    <dgm:cxn modelId="{9A88D342-7508-4951-B6AF-2AF996FD9AAF}" type="presOf" srcId="{564AF27E-A659-4016-B778-B46A572EC39C}" destId="{FA71A6CC-01BE-4381-B117-7AD2D0631AB6}" srcOrd="0" destOrd="0" presId="urn:microsoft.com/office/officeart/2016/7/layout/VerticalHollowActionList"/>
    <dgm:cxn modelId="{1663C247-24B9-4542-B5A3-4C7ABC862850}" srcId="{531B1B68-EC70-4898-9CCC-57F54C2921CF}" destId="{F3456C81-2345-449E-A1AB-A3EF5E893482}" srcOrd="0" destOrd="0" parTransId="{30326E3B-B5D1-4A7B-8CCE-777325CC5D0F}" sibTransId="{78C2FA23-BAA0-4D6B-8C86-BE6A01C067E6}"/>
    <dgm:cxn modelId="{6470FB6E-2A44-4BC1-94BC-52D98C9D5B27}" srcId="{564AF27E-A659-4016-B778-B46A572EC39C}" destId="{0BBBC78A-F223-44A8-B9E0-BB757568662F}" srcOrd="3" destOrd="0" parTransId="{1D9E827E-EBFB-403B-B669-5806B41EDE8C}" sibTransId="{FE28AC18-5CCD-4CF1-91A1-18AC63893943}"/>
    <dgm:cxn modelId="{132B6B4F-9DBE-44B2-A3CB-630F01D14BD6}" srcId="{564AF27E-A659-4016-B778-B46A572EC39C}" destId="{FE1CB765-840A-4413-8538-621F4501A2C2}" srcOrd="0" destOrd="0" parTransId="{5B2DFB8E-8C03-48C3-A8CB-C27F2209BD9F}" sibTransId="{4CBCEDA7-13A9-49F8-9D88-415D5BCA030A}"/>
    <dgm:cxn modelId="{24526A74-702F-4EE4-8DEB-8FFE8219CA62}" srcId="{FE1CB765-840A-4413-8538-621F4501A2C2}" destId="{305D48DA-2214-44B9-A573-CAB7B1B1C66E}" srcOrd="0" destOrd="0" parTransId="{176EB6E5-6344-48B5-B582-5349382BB14C}" sibTransId="{7C2F308B-E320-47BD-9EDC-3472F02BD0B1}"/>
    <dgm:cxn modelId="{0C681885-1484-406F-BA43-3CCB0A1AFB65}" type="presOf" srcId="{0BBBC78A-F223-44A8-B9E0-BB757568662F}" destId="{38DE21C3-8758-468F-8FEE-1C4BB07FDF07}" srcOrd="0" destOrd="0" presId="urn:microsoft.com/office/officeart/2016/7/layout/VerticalHollowActionList"/>
    <dgm:cxn modelId="{A30E27A1-C28C-400B-8AF7-C88D26A61365}" type="presOf" srcId="{385A4856-E7B3-4E5C-AF60-5913CC0ECF1F}" destId="{1CDB746D-5FF8-405C-B018-6ED667E8B2DF}" srcOrd="0" destOrd="0" presId="urn:microsoft.com/office/officeart/2016/7/layout/VerticalHollowActionList"/>
    <dgm:cxn modelId="{DB41A7B0-BE8F-4724-B284-B41846137B86}" type="presOf" srcId="{F3456C81-2345-449E-A1AB-A3EF5E893482}" destId="{BABEF971-CEF6-4185-B600-2EA9708E7A34}" srcOrd="0" destOrd="0" presId="urn:microsoft.com/office/officeart/2016/7/layout/VerticalHollowActionList"/>
    <dgm:cxn modelId="{18C1E6B3-5F6F-4AC8-B292-18EF87772795}" srcId="{0BBBC78A-F223-44A8-B9E0-BB757568662F}" destId="{F5AB2665-CA86-4718-88BF-CC92A1488BED}" srcOrd="0" destOrd="0" parTransId="{7BFD5440-8553-4E19-8C02-CC5634B8466C}" sibTransId="{130355AE-789A-4D0D-A095-6831DE557715}"/>
    <dgm:cxn modelId="{1C4F7EE4-C1A2-436F-AE02-77F37939FC0B}" type="presOf" srcId="{531B1B68-EC70-4898-9CCC-57F54C2921CF}" destId="{4C6BFEFB-9466-45D2-80E9-4581C2486459}" srcOrd="0" destOrd="0" presId="urn:microsoft.com/office/officeart/2016/7/layout/VerticalHollowActionList"/>
    <dgm:cxn modelId="{33FC37E8-E571-42CD-9FFC-0A0449F42C12}" srcId="{564AF27E-A659-4016-B778-B46A572EC39C}" destId="{531B1B68-EC70-4898-9CCC-57F54C2921CF}" srcOrd="2" destOrd="0" parTransId="{D5010CFB-2DBF-4526-9BC1-6433D5B6EE4E}" sibTransId="{7405CB04-6D5B-43EF-8A25-B6CB4480FC5B}"/>
    <dgm:cxn modelId="{A3BA7BFE-852D-44A1-BDCC-DA7543664079}" type="presOf" srcId="{FE1CB765-840A-4413-8538-621F4501A2C2}" destId="{261E8B99-1E34-4058-946F-FF4E0D6D697D}" srcOrd="0" destOrd="0" presId="urn:microsoft.com/office/officeart/2016/7/layout/VerticalHollowActionList"/>
    <dgm:cxn modelId="{CE517DFE-B181-4F9B-9A9E-04E3959CA60D}" srcId="{564AF27E-A659-4016-B778-B46A572EC39C}" destId="{4C880A8D-129C-4907-B86A-DF4F1B89D277}" srcOrd="1" destOrd="0" parTransId="{44994ED4-238A-46FE-B7CC-3398915A943C}" sibTransId="{A1F30614-05B0-4F9F-B2FE-741561058594}"/>
    <dgm:cxn modelId="{D635EE40-5576-4FC9-ACB0-42D752B1E258}" type="presParOf" srcId="{FA71A6CC-01BE-4381-B117-7AD2D0631AB6}" destId="{16577DDF-8186-4383-8FA5-B8CBAB19D62C}" srcOrd="0" destOrd="0" presId="urn:microsoft.com/office/officeart/2016/7/layout/VerticalHollowActionList"/>
    <dgm:cxn modelId="{F0FDCAFD-90B8-4540-982E-8B26DA0565E2}" type="presParOf" srcId="{16577DDF-8186-4383-8FA5-B8CBAB19D62C}" destId="{261E8B99-1E34-4058-946F-FF4E0D6D697D}" srcOrd="0" destOrd="0" presId="urn:microsoft.com/office/officeart/2016/7/layout/VerticalHollowActionList"/>
    <dgm:cxn modelId="{2DC4D74F-7DDE-4C5B-A05D-FA804C766975}" type="presParOf" srcId="{16577DDF-8186-4383-8FA5-B8CBAB19D62C}" destId="{7E9B11F5-4014-4EF3-A5E5-E0F97BCB596B}" srcOrd="1" destOrd="0" presId="urn:microsoft.com/office/officeart/2016/7/layout/VerticalHollowActionList"/>
    <dgm:cxn modelId="{23D53678-8249-4533-A5CC-B5C845B7E80E}" type="presParOf" srcId="{FA71A6CC-01BE-4381-B117-7AD2D0631AB6}" destId="{DB8EE78B-688D-4765-91A2-8A862568F350}" srcOrd="1" destOrd="0" presId="urn:microsoft.com/office/officeart/2016/7/layout/VerticalHollowActionList"/>
    <dgm:cxn modelId="{D4220169-4EEC-49EF-AEB1-703513F0B691}" type="presParOf" srcId="{FA71A6CC-01BE-4381-B117-7AD2D0631AB6}" destId="{ACBF2C70-752E-44A5-B6F3-A0ECA50BFC63}" srcOrd="2" destOrd="0" presId="urn:microsoft.com/office/officeart/2016/7/layout/VerticalHollowActionList"/>
    <dgm:cxn modelId="{5A565FD3-427B-4159-8CD8-CB1BF820A9CE}" type="presParOf" srcId="{ACBF2C70-752E-44A5-B6F3-A0ECA50BFC63}" destId="{32FFCA8E-5F00-48A4-BA68-E9A12AC681CE}" srcOrd="0" destOrd="0" presId="urn:microsoft.com/office/officeart/2016/7/layout/VerticalHollowActionList"/>
    <dgm:cxn modelId="{E7B5FDD3-BB86-47C0-88A0-787F4E3F1641}" type="presParOf" srcId="{ACBF2C70-752E-44A5-B6F3-A0ECA50BFC63}" destId="{1CDB746D-5FF8-405C-B018-6ED667E8B2DF}" srcOrd="1" destOrd="0" presId="urn:microsoft.com/office/officeart/2016/7/layout/VerticalHollowActionList"/>
    <dgm:cxn modelId="{0CE52AA7-60EA-432D-A26D-A676C85D25DD}" type="presParOf" srcId="{FA71A6CC-01BE-4381-B117-7AD2D0631AB6}" destId="{36F01531-622A-460E-864A-8D555C277662}" srcOrd="3" destOrd="0" presId="urn:microsoft.com/office/officeart/2016/7/layout/VerticalHollowActionList"/>
    <dgm:cxn modelId="{DA9B3CAC-0457-431C-9F7A-9F3EA4E4D0E1}" type="presParOf" srcId="{FA71A6CC-01BE-4381-B117-7AD2D0631AB6}" destId="{DECB4249-1A05-4CAD-88FE-D5C03688B576}" srcOrd="4" destOrd="0" presId="urn:microsoft.com/office/officeart/2016/7/layout/VerticalHollowActionList"/>
    <dgm:cxn modelId="{74F06683-95D1-4D06-9B14-900530446057}" type="presParOf" srcId="{DECB4249-1A05-4CAD-88FE-D5C03688B576}" destId="{4C6BFEFB-9466-45D2-80E9-4581C2486459}" srcOrd="0" destOrd="0" presId="urn:microsoft.com/office/officeart/2016/7/layout/VerticalHollowActionList"/>
    <dgm:cxn modelId="{1A4326F6-378A-4438-B767-B6D801D85A0F}" type="presParOf" srcId="{DECB4249-1A05-4CAD-88FE-D5C03688B576}" destId="{BABEF971-CEF6-4185-B600-2EA9708E7A34}" srcOrd="1" destOrd="0" presId="urn:microsoft.com/office/officeart/2016/7/layout/VerticalHollowActionList"/>
    <dgm:cxn modelId="{C97C71F3-8F27-40CA-A447-585414FFA1B5}" type="presParOf" srcId="{FA71A6CC-01BE-4381-B117-7AD2D0631AB6}" destId="{9A70EE00-3357-4E8B-B5D6-F2EE97E2EF91}" srcOrd="5" destOrd="0" presId="urn:microsoft.com/office/officeart/2016/7/layout/VerticalHollowActionList"/>
    <dgm:cxn modelId="{F31D0D9B-BFAD-4397-BF9A-44820A36E5AC}" type="presParOf" srcId="{FA71A6CC-01BE-4381-B117-7AD2D0631AB6}" destId="{E7852C70-885E-4037-93ED-5FB9061BDAAC}" srcOrd="6" destOrd="0" presId="urn:microsoft.com/office/officeart/2016/7/layout/VerticalHollowActionList"/>
    <dgm:cxn modelId="{5E192950-ADF8-4152-B4FC-E3AD23769825}" type="presParOf" srcId="{E7852C70-885E-4037-93ED-5FB9061BDAAC}" destId="{38DE21C3-8758-468F-8FEE-1C4BB07FDF07}" srcOrd="0" destOrd="0" presId="urn:microsoft.com/office/officeart/2016/7/layout/VerticalHollowActionList"/>
    <dgm:cxn modelId="{0EE4B086-3A29-4EEA-BAE2-0E4DFF8E020A}" type="presParOf" srcId="{E7852C70-885E-4037-93ED-5FB9061BDAAC}" destId="{0D06654D-0FED-4102-AE21-78FC231A0F95}" srcOrd="1" destOrd="0" presId="urn:microsoft.com/office/officeart/2016/7/layout/VerticalHollow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FA7C72C-BE96-4D13-B798-31731767A3C6}" type="doc">
      <dgm:prSet loTypeId="urn:microsoft.com/office/officeart/2016/7/layout/HorizontalActionList" loCatId="List" qsTypeId="urn:microsoft.com/office/officeart/2005/8/quickstyle/simple1" qsCatId="simple" csTypeId="urn:microsoft.com/office/officeart/2005/8/colors/colorful1" csCatId="colorful"/>
      <dgm:spPr/>
      <dgm:t>
        <a:bodyPr/>
        <a:lstStyle/>
        <a:p>
          <a:endParaRPr lang="en-US"/>
        </a:p>
      </dgm:t>
    </dgm:pt>
    <dgm:pt modelId="{C6BD034E-A4EC-4FA6-9B6F-48775361FB72}">
      <dgm:prSet/>
      <dgm:spPr/>
      <dgm:t>
        <a:bodyPr/>
        <a:lstStyle/>
        <a:p>
          <a:r>
            <a:rPr lang="en-US"/>
            <a:t>Store</a:t>
          </a:r>
        </a:p>
      </dgm:t>
    </dgm:pt>
    <dgm:pt modelId="{EEA0E58C-7F77-43AF-B234-D7AB0A79EC67}" type="parTrans" cxnId="{63B2FF34-5F7C-4E2A-9CE3-835E4601EF0C}">
      <dgm:prSet/>
      <dgm:spPr/>
      <dgm:t>
        <a:bodyPr/>
        <a:lstStyle/>
        <a:p>
          <a:endParaRPr lang="en-US"/>
        </a:p>
      </dgm:t>
    </dgm:pt>
    <dgm:pt modelId="{CD08C253-8D6B-4EEF-A44B-0110017330CD}" type="sibTrans" cxnId="{63B2FF34-5F7C-4E2A-9CE3-835E4601EF0C}">
      <dgm:prSet/>
      <dgm:spPr/>
      <dgm:t>
        <a:bodyPr/>
        <a:lstStyle/>
        <a:p>
          <a:endParaRPr lang="en-US"/>
        </a:p>
      </dgm:t>
    </dgm:pt>
    <dgm:pt modelId="{5E3CACE1-A127-43C9-AEDC-DF5912AF42EC}">
      <dgm:prSet/>
      <dgm:spPr/>
      <dgm:t>
        <a:bodyPr/>
        <a:lstStyle/>
        <a:p>
          <a:r>
            <a:rPr lang="en-US"/>
            <a:t>Store code only on trusted repository platforms (NCSC)</a:t>
          </a:r>
        </a:p>
      </dgm:t>
    </dgm:pt>
    <dgm:pt modelId="{D3B61839-AAEF-4941-BBFA-90151653F9C0}" type="parTrans" cxnId="{69176E92-0BD9-49BD-BB68-D60CB16A33BF}">
      <dgm:prSet/>
      <dgm:spPr/>
      <dgm:t>
        <a:bodyPr/>
        <a:lstStyle/>
        <a:p>
          <a:endParaRPr lang="en-US"/>
        </a:p>
      </dgm:t>
    </dgm:pt>
    <dgm:pt modelId="{B2966AD3-48D7-4611-B8EB-06D9B683AE13}" type="sibTrans" cxnId="{69176E92-0BD9-49BD-BB68-D60CB16A33BF}">
      <dgm:prSet/>
      <dgm:spPr/>
      <dgm:t>
        <a:bodyPr/>
        <a:lstStyle/>
        <a:p>
          <a:endParaRPr lang="en-US"/>
        </a:p>
      </dgm:t>
    </dgm:pt>
    <dgm:pt modelId="{75CB8FCB-6FA5-435B-82B5-B1765FAF60EC}">
      <dgm:prSet/>
      <dgm:spPr/>
      <dgm:t>
        <a:bodyPr/>
        <a:lstStyle/>
        <a:p>
          <a:r>
            <a:rPr lang="en-US"/>
            <a:t>Lock down</a:t>
          </a:r>
        </a:p>
      </dgm:t>
    </dgm:pt>
    <dgm:pt modelId="{1F124F40-538D-4F42-9B7D-8774B86BEA0A}" type="parTrans" cxnId="{24E05F5E-7BCA-43B7-A6D4-64AF920130DD}">
      <dgm:prSet/>
      <dgm:spPr/>
      <dgm:t>
        <a:bodyPr/>
        <a:lstStyle/>
        <a:p>
          <a:endParaRPr lang="en-US"/>
        </a:p>
      </dgm:t>
    </dgm:pt>
    <dgm:pt modelId="{15DEAD11-89F2-4E34-9971-BE6C3C22CB6F}" type="sibTrans" cxnId="{24E05F5E-7BCA-43B7-A6D4-64AF920130DD}">
      <dgm:prSet/>
      <dgm:spPr/>
      <dgm:t>
        <a:bodyPr/>
        <a:lstStyle/>
        <a:p>
          <a:endParaRPr lang="en-US"/>
        </a:p>
      </dgm:t>
    </dgm:pt>
    <dgm:pt modelId="{32B70043-6CBA-4FF0-9385-E8B3B4E16DC6}">
      <dgm:prSet/>
      <dgm:spPr/>
      <dgm:t>
        <a:bodyPr/>
        <a:lstStyle/>
        <a:p>
          <a:r>
            <a:rPr lang="en-US"/>
            <a:t>Lock down CI/CD runners/agents to prevent untrusted execution (NCCoE)</a:t>
          </a:r>
        </a:p>
      </dgm:t>
    </dgm:pt>
    <dgm:pt modelId="{9E280CEF-1CB4-4A24-8FFB-F7C5642DB0AC}" type="parTrans" cxnId="{57194290-3A9E-44F8-A85F-938BF72F1653}">
      <dgm:prSet/>
      <dgm:spPr/>
      <dgm:t>
        <a:bodyPr/>
        <a:lstStyle/>
        <a:p>
          <a:endParaRPr lang="en-US"/>
        </a:p>
      </dgm:t>
    </dgm:pt>
    <dgm:pt modelId="{C0522C53-4A5C-4D77-A2CC-2B666038DC79}" type="sibTrans" cxnId="{57194290-3A9E-44F8-A85F-938BF72F1653}">
      <dgm:prSet/>
      <dgm:spPr/>
      <dgm:t>
        <a:bodyPr/>
        <a:lstStyle/>
        <a:p>
          <a:endParaRPr lang="en-US"/>
        </a:p>
      </dgm:t>
    </dgm:pt>
    <dgm:pt modelId="{B70D552D-636B-45C8-A654-97C33C3F2C01}">
      <dgm:prSet/>
      <dgm:spPr/>
      <dgm:t>
        <a:bodyPr/>
        <a:lstStyle/>
        <a:p>
          <a:r>
            <a:rPr lang="en-US"/>
            <a:t>Protect</a:t>
          </a:r>
        </a:p>
      </dgm:t>
    </dgm:pt>
    <dgm:pt modelId="{2F869F59-45AC-4213-9CC9-EB5A06B7D576}" type="parTrans" cxnId="{11E01D2A-E765-4D6B-9E18-7F0A3A26839C}">
      <dgm:prSet/>
      <dgm:spPr/>
      <dgm:t>
        <a:bodyPr/>
        <a:lstStyle/>
        <a:p>
          <a:endParaRPr lang="en-US"/>
        </a:p>
      </dgm:t>
    </dgm:pt>
    <dgm:pt modelId="{8B53493A-B8F2-4A9E-B7E9-F4F8C263C550}" type="sibTrans" cxnId="{11E01D2A-E765-4D6B-9E18-7F0A3A26839C}">
      <dgm:prSet/>
      <dgm:spPr/>
      <dgm:t>
        <a:bodyPr/>
        <a:lstStyle/>
        <a:p>
          <a:endParaRPr lang="en-US"/>
        </a:p>
      </dgm:t>
    </dgm:pt>
    <dgm:pt modelId="{FA4779E6-68B5-4DD6-8D73-4C10E6D04C0D}">
      <dgm:prSet/>
      <dgm:spPr/>
      <dgm:t>
        <a:bodyPr/>
        <a:lstStyle/>
        <a:p>
          <a:r>
            <a:rPr lang="en-US"/>
            <a:t>Protect build scripts and configuration-as-code like source code itself</a:t>
          </a:r>
        </a:p>
      </dgm:t>
    </dgm:pt>
    <dgm:pt modelId="{0BDABFA9-3E88-4E34-9A00-71F9A22860D1}" type="parTrans" cxnId="{8F98539A-8906-459B-AA97-99ADD7EA179B}">
      <dgm:prSet/>
      <dgm:spPr/>
      <dgm:t>
        <a:bodyPr/>
        <a:lstStyle/>
        <a:p>
          <a:endParaRPr lang="en-US"/>
        </a:p>
      </dgm:t>
    </dgm:pt>
    <dgm:pt modelId="{C335A4B8-8E6D-4846-BEC8-5E07F3AB3637}" type="sibTrans" cxnId="{8F98539A-8906-459B-AA97-99ADD7EA179B}">
      <dgm:prSet/>
      <dgm:spPr/>
      <dgm:t>
        <a:bodyPr/>
        <a:lstStyle/>
        <a:p>
          <a:endParaRPr lang="en-US"/>
        </a:p>
      </dgm:t>
    </dgm:pt>
    <dgm:pt modelId="{6ABEAF00-B7CC-4AFB-AE39-4C08ADD8EC97}">
      <dgm:prSet/>
      <dgm:spPr/>
      <dgm:t>
        <a:bodyPr/>
        <a:lstStyle/>
        <a:p>
          <a:r>
            <a:rPr lang="en-US"/>
            <a:t>Ensure</a:t>
          </a:r>
        </a:p>
      </dgm:t>
    </dgm:pt>
    <dgm:pt modelId="{F6F7D39D-8B13-43F0-9149-E961341CD49A}" type="parTrans" cxnId="{A98B4572-FDF2-45F5-BA2C-8F417DC845E2}">
      <dgm:prSet/>
      <dgm:spPr/>
      <dgm:t>
        <a:bodyPr/>
        <a:lstStyle/>
        <a:p>
          <a:endParaRPr lang="en-US"/>
        </a:p>
      </dgm:t>
    </dgm:pt>
    <dgm:pt modelId="{3590B300-B938-43C6-9C90-4D9EE1E32040}" type="sibTrans" cxnId="{A98B4572-FDF2-45F5-BA2C-8F417DC845E2}">
      <dgm:prSet/>
      <dgm:spPr/>
      <dgm:t>
        <a:bodyPr/>
        <a:lstStyle/>
        <a:p>
          <a:endParaRPr lang="en-US"/>
        </a:p>
      </dgm:t>
    </dgm:pt>
    <dgm:pt modelId="{D50F4EDE-3970-4E8A-A7C7-A06AECADE4A4}">
      <dgm:prSet/>
      <dgm:spPr/>
      <dgm:t>
        <a:bodyPr/>
        <a:lstStyle/>
        <a:p>
          <a:r>
            <a:rPr lang="en-US"/>
            <a:t>Ensure encryption at rest and in transit</a:t>
          </a:r>
        </a:p>
      </dgm:t>
    </dgm:pt>
    <dgm:pt modelId="{36990E16-F3EC-4C9E-A53E-E27FC3840DE6}" type="parTrans" cxnId="{8F12650B-7131-4A2F-8990-42818E5908DA}">
      <dgm:prSet/>
      <dgm:spPr/>
      <dgm:t>
        <a:bodyPr/>
        <a:lstStyle/>
        <a:p>
          <a:endParaRPr lang="en-US"/>
        </a:p>
      </dgm:t>
    </dgm:pt>
    <dgm:pt modelId="{646E0B37-BDC8-4257-B6F7-49945724EDB1}" type="sibTrans" cxnId="{8F12650B-7131-4A2F-8990-42818E5908DA}">
      <dgm:prSet/>
      <dgm:spPr/>
      <dgm:t>
        <a:bodyPr/>
        <a:lstStyle/>
        <a:p>
          <a:endParaRPr lang="en-US"/>
        </a:p>
      </dgm:t>
    </dgm:pt>
    <dgm:pt modelId="{3A5EA087-997C-4A9B-977A-76C8B502B0BE}" type="pres">
      <dgm:prSet presAssocID="{EFA7C72C-BE96-4D13-B798-31731767A3C6}" presName="Name0" presStyleCnt="0">
        <dgm:presLayoutVars>
          <dgm:dir/>
          <dgm:animLvl val="lvl"/>
          <dgm:resizeHandles val="exact"/>
        </dgm:presLayoutVars>
      </dgm:prSet>
      <dgm:spPr/>
    </dgm:pt>
    <dgm:pt modelId="{84270A28-261E-4829-8A40-EA93D8DD2F3D}" type="pres">
      <dgm:prSet presAssocID="{C6BD034E-A4EC-4FA6-9B6F-48775361FB72}" presName="composite" presStyleCnt="0"/>
      <dgm:spPr/>
    </dgm:pt>
    <dgm:pt modelId="{1D03BF79-9533-4A9E-9AF0-8F669AD6D15C}" type="pres">
      <dgm:prSet presAssocID="{C6BD034E-A4EC-4FA6-9B6F-48775361FB72}" presName="parTx" presStyleLbl="alignNode1" presStyleIdx="0" presStyleCnt="4">
        <dgm:presLayoutVars>
          <dgm:chMax val="0"/>
          <dgm:chPref val="0"/>
        </dgm:presLayoutVars>
      </dgm:prSet>
      <dgm:spPr/>
    </dgm:pt>
    <dgm:pt modelId="{1BB7329A-A040-4FDB-A2AF-272DC0CC8E74}" type="pres">
      <dgm:prSet presAssocID="{C6BD034E-A4EC-4FA6-9B6F-48775361FB72}" presName="desTx" presStyleLbl="alignAccFollowNode1" presStyleIdx="0" presStyleCnt="4">
        <dgm:presLayoutVars/>
      </dgm:prSet>
      <dgm:spPr/>
    </dgm:pt>
    <dgm:pt modelId="{FD9617AD-6432-4A8D-B738-918EDC98B8D3}" type="pres">
      <dgm:prSet presAssocID="{CD08C253-8D6B-4EEF-A44B-0110017330CD}" presName="space" presStyleCnt="0"/>
      <dgm:spPr/>
    </dgm:pt>
    <dgm:pt modelId="{5B45CEC6-3425-496F-AFC6-5E9BE58E7984}" type="pres">
      <dgm:prSet presAssocID="{75CB8FCB-6FA5-435B-82B5-B1765FAF60EC}" presName="composite" presStyleCnt="0"/>
      <dgm:spPr/>
    </dgm:pt>
    <dgm:pt modelId="{D29A80AE-0A79-4419-9FF1-2ED85D4FA58F}" type="pres">
      <dgm:prSet presAssocID="{75CB8FCB-6FA5-435B-82B5-B1765FAF60EC}" presName="parTx" presStyleLbl="alignNode1" presStyleIdx="1" presStyleCnt="4">
        <dgm:presLayoutVars>
          <dgm:chMax val="0"/>
          <dgm:chPref val="0"/>
        </dgm:presLayoutVars>
      </dgm:prSet>
      <dgm:spPr/>
    </dgm:pt>
    <dgm:pt modelId="{8DF0D22C-8FD2-42E4-8AC9-9D6ABA452682}" type="pres">
      <dgm:prSet presAssocID="{75CB8FCB-6FA5-435B-82B5-B1765FAF60EC}" presName="desTx" presStyleLbl="alignAccFollowNode1" presStyleIdx="1" presStyleCnt="4">
        <dgm:presLayoutVars/>
      </dgm:prSet>
      <dgm:spPr/>
    </dgm:pt>
    <dgm:pt modelId="{16DF896C-2E1B-4527-8F14-798B730A7238}" type="pres">
      <dgm:prSet presAssocID="{15DEAD11-89F2-4E34-9971-BE6C3C22CB6F}" presName="space" presStyleCnt="0"/>
      <dgm:spPr/>
    </dgm:pt>
    <dgm:pt modelId="{13B2AC21-A239-4528-B348-8BEB10F79220}" type="pres">
      <dgm:prSet presAssocID="{B70D552D-636B-45C8-A654-97C33C3F2C01}" presName="composite" presStyleCnt="0"/>
      <dgm:spPr/>
    </dgm:pt>
    <dgm:pt modelId="{509569E9-69AD-4D68-8506-BCA3794940C6}" type="pres">
      <dgm:prSet presAssocID="{B70D552D-636B-45C8-A654-97C33C3F2C01}" presName="parTx" presStyleLbl="alignNode1" presStyleIdx="2" presStyleCnt="4">
        <dgm:presLayoutVars>
          <dgm:chMax val="0"/>
          <dgm:chPref val="0"/>
        </dgm:presLayoutVars>
      </dgm:prSet>
      <dgm:spPr/>
    </dgm:pt>
    <dgm:pt modelId="{26513A06-0EF3-474A-B005-439035215B01}" type="pres">
      <dgm:prSet presAssocID="{B70D552D-636B-45C8-A654-97C33C3F2C01}" presName="desTx" presStyleLbl="alignAccFollowNode1" presStyleIdx="2" presStyleCnt="4">
        <dgm:presLayoutVars/>
      </dgm:prSet>
      <dgm:spPr/>
    </dgm:pt>
    <dgm:pt modelId="{AFF91EF9-53E1-4D81-BD5A-42B2D3661A12}" type="pres">
      <dgm:prSet presAssocID="{8B53493A-B8F2-4A9E-B7E9-F4F8C263C550}" presName="space" presStyleCnt="0"/>
      <dgm:spPr/>
    </dgm:pt>
    <dgm:pt modelId="{FD286BF7-6665-477E-BDA0-5DDE668417F7}" type="pres">
      <dgm:prSet presAssocID="{6ABEAF00-B7CC-4AFB-AE39-4C08ADD8EC97}" presName="composite" presStyleCnt="0"/>
      <dgm:spPr/>
    </dgm:pt>
    <dgm:pt modelId="{8BBD106B-76C5-4D82-A622-946855FE6B19}" type="pres">
      <dgm:prSet presAssocID="{6ABEAF00-B7CC-4AFB-AE39-4C08ADD8EC97}" presName="parTx" presStyleLbl="alignNode1" presStyleIdx="3" presStyleCnt="4">
        <dgm:presLayoutVars>
          <dgm:chMax val="0"/>
          <dgm:chPref val="0"/>
        </dgm:presLayoutVars>
      </dgm:prSet>
      <dgm:spPr/>
    </dgm:pt>
    <dgm:pt modelId="{75268478-2F64-4149-B02C-F5D1869974D7}" type="pres">
      <dgm:prSet presAssocID="{6ABEAF00-B7CC-4AFB-AE39-4C08ADD8EC97}" presName="desTx" presStyleLbl="alignAccFollowNode1" presStyleIdx="3" presStyleCnt="4">
        <dgm:presLayoutVars/>
      </dgm:prSet>
      <dgm:spPr/>
    </dgm:pt>
  </dgm:ptLst>
  <dgm:cxnLst>
    <dgm:cxn modelId="{8F12650B-7131-4A2F-8990-42818E5908DA}" srcId="{6ABEAF00-B7CC-4AFB-AE39-4C08ADD8EC97}" destId="{D50F4EDE-3970-4E8A-A7C7-A06AECADE4A4}" srcOrd="0" destOrd="0" parTransId="{36990E16-F3EC-4C9E-A53E-E27FC3840DE6}" sibTransId="{646E0B37-BDC8-4257-B6F7-49945724EDB1}"/>
    <dgm:cxn modelId="{13E28727-9610-40C1-AF6A-23C713B3F228}" type="presOf" srcId="{6ABEAF00-B7CC-4AFB-AE39-4C08ADD8EC97}" destId="{8BBD106B-76C5-4D82-A622-946855FE6B19}" srcOrd="0" destOrd="0" presId="urn:microsoft.com/office/officeart/2016/7/layout/HorizontalActionList"/>
    <dgm:cxn modelId="{11E01D2A-E765-4D6B-9E18-7F0A3A26839C}" srcId="{EFA7C72C-BE96-4D13-B798-31731767A3C6}" destId="{B70D552D-636B-45C8-A654-97C33C3F2C01}" srcOrd="2" destOrd="0" parTransId="{2F869F59-45AC-4213-9CC9-EB5A06B7D576}" sibTransId="{8B53493A-B8F2-4A9E-B7E9-F4F8C263C550}"/>
    <dgm:cxn modelId="{63B2FF34-5F7C-4E2A-9CE3-835E4601EF0C}" srcId="{EFA7C72C-BE96-4D13-B798-31731767A3C6}" destId="{C6BD034E-A4EC-4FA6-9B6F-48775361FB72}" srcOrd="0" destOrd="0" parTransId="{EEA0E58C-7F77-43AF-B234-D7AB0A79EC67}" sibTransId="{CD08C253-8D6B-4EEF-A44B-0110017330CD}"/>
    <dgm:cxn modelId="{24E05F5E-7BCA-43B7-A6D4-64AF920130DD}" srcId="{EFA7C72C-BE96-4D13-B798-31731767A3C6}" destId="{75CB8FCB-6FA5-435B-82B5-B1765FAF60EC}" srcOrd="1" destOrd="0" parTransId="{1F124F40-538D-4F42-9B7D-8774B86BEA0A}" sibTransId="{15DEAD11-89F2-4E34-9971-BE6C3C22CB6F}"/>
    <dgm:cxn modelId="{75370F44-6740-4D3F-A344-88694C77D011}" type="presOf" srcId="{B70D552D-636B-45C8-A654-97C33C3F2C01}" destId="{509569E9-69AD-4D68-8506-BCA3794940C6}" srcOrd="0" destOrd="0" presId="urn:microsoft.com/office/officeart/2016/7/layout/HorizontalActionList"/>
    <dgm:cxn modelId="{17EC6E65-FB7A-446E-A4DA-9766C010A94E}" type="presOf" srcId="{D50F4EDE-3970-4E8A-A7C7-A06AECADE4A4}" destId="{75268478-2F64-4149-B02C-F5D1869974D7}" srcOrd="0" destOrd="0" presId="urn:microsoft.com/office/officeart/2016/7/layout/HorizontalActionList"/>
    <dgm:cxn modelId="{64859C51-DA63-4D79-8EA2-B6EF8C228A30}" type="presOf" srcId="{32B70043-6CBA-4FF0-9385-E8B3B4E16DC6}" destId="{8DF0D22C-8FD2-42E4-8AC9-9D6ABA452682}" srcOrd="0" destOrd="0" presId="urn:microsoft.com/office/officeart/2016/7/layout/HorizontalActionList"/>
    <dgm:cxn modelId="{A98B4572-FDF2-45F5-BA2C-8F417DC845E2}" srcId="{EFA7C72C-BE96-4D13-B798-31731767A3C6}" destId="{6ABEAF00-B7CC-4AFB-AE39-4C08ADD8EC97}" srcOrd="3" destOrd="0" parTransId="{F6F7D39D-8B13-43F0-9149-E961341CD49A}" sibTransId="{3590B300-B938-43C6-9C90-4D9EE1E32040}"/>
    <dgm:cxn modelId="{7C2BEA72-1B3C-49FB-BD56-68E676E4CE83}" type="presOf" srcId="{C6BD034E-A4EC-4FA6-9B6F-48775361FB72}" destId="{1D03BF79-9533-4A9E-9AF0-8F669AD6D15C}" srcOrd="0" destOrd="0" presId="urn:microsoft.com/office/officeart/2016/7/layout/HorizontalActionList"/>
    <dgm:cxn modelId="{0A2EF77A-85A7-4099-AD86-38CAEA307A4C}" type="presOf" srcId="{75CB8FCB-6FA5-435B-82B5-B1765FAF60EC}" destId="{D29A80AE-0A79-4419-9FF1-2ED85D4FA58F}" srcOrd="0" destOrd="0" presId="urn:microsoft.com/office/officeart/2016/7/layout/HorizontalActionList"/>
    <dgm:cxn modelId="{57194290-3A9E-44F8-A85F-938BF72F1653}" srcId="{75CB8FCB-6FA5-435B-82B5-B1765FAF60EC}" destId="{32B70043-6CBA-4FF0-9385-E8B3B4E16DC6}" srcOrd="0" destOrd="0" parTransId="{9E280CEF-1CB4-4A24-8FFB-F7C5642DB0AC}" sibTransId="{C0522C53-4A5C-4D77-A2CC-2B666038DC79}"/>
    <dgm:cxn modelId="{69176E92-0BD9-49BD-BB68-D60CB16A33BF}" srcId="{C6BD034E-A4EC-4FA6-9B6F-48775361FB72}" destId="{5E3CACE1-A127-43C9-AEDC-DF5912AF42EC}" srcOrd="0" destOrd="0" parTransId="{D3B61839-AAEF-4941-BBFA-90151653F9C0}" sibTransId="{B2966AD3-48D7-4611-B8EB-06D9B683AE13}"/>
    <dgm:cxn modelId="{8F98539A-8906-459B-AA97-99ADD7EA179B}" srcId="{B70D552D-636B-45C8-A654-97C33C3F2C01}" destId="{FA4779E6-68B5-4DD6-8D73-4C10E6D04C0D}" srcOrd="0" destOrd="0" parTransId="{0BDABFA9-3E88-4E34-9A00-71F9A22860D1}" sibTransId="{C335A4B8-8E6D-4846-BEC8-5E07F3AB3637}"/>
    <dgm:cxn modelId="{84928DBA-FD1B-43C4-96AB-F0B12FA00914}" type="presOf" srcId="{FA4779E6-68B5-4DD6-8D73-4C10E6D04C0D}" destId="{26513A06-0EF3-474A-B005-439035215B01}" srcOrd="0" destOrd="0" presId="urn:microsoft.com/office/officeart/2016/7/layout/HorizontalActionList"/>
    <dgm:cxn modelId="{032158C9-7B2F-4389-9064-6429048191C4}" type="presOf" srcId="{5E3CACE1-A127-43C9-AEDC-DF5912AF42EC}" destId="{1BB7329A-A040-4FDB-A2AF-272DC0CC8E74}" srcOrd="0" destOrd="0" presId="urn:microsoft.com/office/officeart/2016/7/layout/HorizontalActionList"/>
    <dgm:cxn modelId="{7043AFDF-F4EF-4C31-903D-94BFEA175683}" type="presOf" srcId="{EFA7C72C-BE96-4D13-B798-31731767A3C6}" destId="{3A5EA087-997C-4A9B-977A-76C8B502B0BE}" srcOrd="0" destOrd="0" presId="urn:microsoft.com/office/officeart/2016/7/layout/HorizontalActionList"/>
    <dgm:cxn modelId="{5546EC8D-3AA7-4768-B514-E8927ECE3712}" type="presParOf" srcId="{3A5EA087-997C-4A9B-977A-76C8B502B0BE}" destId="{84270A28-261E-4829-8A40-EA93D8DD2F3D}" srcOrd="0" destOrd="0" presId="urn:microsoft.com/office/officeart/2016/7/layout/HorizontalActionList"/>
    <dgm:cxn modelId="{5528DBBB-CAB4-4E0D-8423-96390CF82A0C}" type="presParOf" srcId="{84270A28-261E-4829-8A40-EA93D8DD2F3D}" destId="{1D03BF79-9533-4A9E-9AF0-8F669AD6D15C}" srcOrd="0" destOrd="0" presId="urn:microsoft.com/office/officeart/2016/7/layout/HorizontalActionList"/>
    <dgm:cxn modelId="{78CFB3CF-4BE7-487C-8F01-CCE384B16665}" type="presParOf" srcId="{84270A28-261E-4829-8A40-EA93D8DD2F3D}" destId="{1BB7329A-A040-4FDB-A2AF-272DC0CC8E74}" srcOrd="1" destOrd="0" presId="urn:microsoft.com/office/officeart/2016/7/layout/HorizontalActionList"/>
    <dgm:cxn modelId="{4F882E79-783E-49CF-810A-C96498F9D8E0}" type="presParOf" srcId="{3A5EA087-997C-4A9B-977A-76C8B502B0BE}" destId="{FD9617AD-6432-4A8D-B738-918EDC98B8D3}" srcOrd="1" destOrd="0" presId="urn:microsoft.com/office/officeart/2016/7/layout/HorizontalActionList"/>
    <dgm:cxn modelId="{555D5FED-F456-494D-9E10-F4E90BFC5F9C}" type="presParOf" srcId="{3A5EA087-997C-4A9B-977A-76C8B502B0BE}" destId="{5B45CEC6-3425-496F-AFC6-5E9BE58E7984}" srcOrd="2" destOrd="0" presId="urn:microsoft.com/office/officeart/2016/7/layout/HorizontalActionList"/>
    <dgm:cxn modelId="{1599C5C4-E617-4187-AE70-76558FB24F55}" type="presParOf" srcId="{5B45CEC6-3425-496F-AFC6-5E9BE58E7984}" destId="{D29A80AE-0A79-4419-9FF1-2ED85D4FA58F}" srcOrd="0" destOrd="0" presId="urn:microsoft.com/office/officeart/2016/7/layout/HorizontalActionList"/>
    <dgm:cxn modelId="{F1DBD95E-06F5-4FD5-8056-7F28407A0EE9}" type="presParOf" srcId="{5B45CEC6-3425-496F-AFC6-5E9BE58E7984}" destId="{8DF0D22C-8FD2-42E4-8AC9-9D6ABA452682}" srcOrd="1" destOrd="0" presId="urn:microsoft.com/office/officeart/2016/7/layout/HorizontalActionList"/>
    <dgm:cxn modelId="{CA4A1D4D-CE2B-4AF7-81D5-3FA2A989BB16}" type="presParOf" srcId="{3A5EA087-997C-4A9B-977A-76C8B502B0BE}" destId="{16DF896C-2E1B-4527-8F14-798B730A7238}" srcOrd="3" destOrd="0" presId="urn:microsoft.com/office/officeart/2016/7/layout/HorizontalActionList"/>
    <dgm:cxn modelId="{3D981BF0-69D2-4264-8C7E-86131FCE632C}" type="presParOf" srcId="{3A5EA087-997C-4A9B-977A-76C8B502B0BE}" destId="{13B2AC21-A239-4528-B348-8BEB10F79220}" srcOrd="4" destOrd="0" presId="urn:microsoft.com/office/officeart/2016/7/layout/HorizontalActionList"/>
    <dgm:cxn modelId="{2657F009-510D-4911-A164-58F24C47FF6F}" type="presParOf" srcId="{13B2AC21-A239-4528-B348-8BEB10F79220}" destId="{509569E9-69AD-4D68-8506-BCA3794940C6}" srcOrd="0" destOrd="0" presId="urn:microsoft.com/office/officeart/2016/7/layout/HorizontalActionList"/>
    <dgm:cxn modelId="{9607AF43-FD0D-4411-916D-7D2A94CA8D6F}" type="presParOf" srcId="{13B2AC21-A239-4528-B348-8BEB10F79220}" destId="{26513A06-0EF3-474A-B005-439035215B01}" srcOrd="1" destOrd="0" presId="urn:microsoft.com/office/officeart/2016/7/layout/HorizontalActionList"/>
    <dgm:cxn modelId="{1F73EF02-0392-4D7D-9E34-D68730F92EF3}" type="presParOf" srcId="{3A5EA087-997C-4A9B-977A-76C8B502B0BE}" destId="{AFF91EF9-53E1-4D81-BD5A-42B2D3661A12}" srcOrd="5" destOrd="0" presId="urn:microsoft.com/office/officeart/2016/7/layout/HorizontalActionList"/>
    <dgm:cxn modelId="{1500B7BA-AF38-44B7-8843-CBD2A0B36BF2}" type="presParOf" srcId="{3A5EA087-997C-4A9B-977A-76C8B502B0BE}" destId="{FD286BF7-6665-477E-BDA0-5DDE668417F7}" srcOrd="6" destOrd="0" presId="urn:microsoft.com/office/officeart/2016/7/layout/HorizontalActionList"/>
    <dgm:cxn modelId="{BABC349F-941C-4ED1-9485-BDE8D2771D3C}" type="presParOf" srcId="{FD286BF7-6665-477E-BDA0-5DDE668417F7}" destId="{8BBD106B-76C5-4D82-A622-946855FE6B19}" srcOrd="0" destOrd="0" presId="urn:microsoft.com/office/officeart/2016/7/layout/HorizontalActionList"/>
    <dgm:cxn modelId="{856576AD-5AC7-450B-B90D-949BA1638246}" type="presParOf" srcId="{FD286BF7-6665-477E-BDA0-5DDE668417F7}" destId="{75268478-2F64-4149-B02C-F5D1869974D7}"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F01A44-96CF-4642-9210-7102DB8AEB15}">
      <dsp:nvSpPr>
        <dsp:cNvPr id="0" name=""/>
        <dsp:cNvSpPr/>
      </dsp:nvSpPr>
      <dsp:spPr>
        <a:xfrm>
          <a:off x="170132" y="602067"/>
          <a:ext cx="1139056" cy="11390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2FA96F-AB69-48BD-929E-B98F514B14BE}">
      <dsp:nvSpPr>
        <dsp:cNvPr id="0" name=""/>
        <dsp:cNvSpPr/>
      </dsp:nvSpPr>
      <dsp:spPr>
        <a:xfrm>
          <a:off x="409334" y="841269"/>
          <a:ext cx="660652" cy="6606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B5D03F-32B7-4BDC-BC75-BEEA9EE4AC75}">
      <dsp:nvSpPr>
        <dsp:cNvPr id="0" name=""/>
        <dsp:cNvSpPr/>
      </dsp:nvSpPr>
      <dsp:spPr>
        <a:xfrm>
          <a:off x="1553272" y="602067"/>
          <a:ext cx="2684919" cy="1139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0" i="0" kern="1200" baseline="0"/>
            <a:t>Shared repositories (GitHub, GitLab, Azure DevOps, etc.) hold the organization’s </a:t>
          </a:r>
          <a:r>
            <a:rPr lang="en-US" sz="1400" b="1" i="0" kern="1200" baseline="0"/>
            <a:t>crown-jewel source code</a:t>
          </a:r>
          <a:endParaRPr lang="en-US" sz="1400" kern="1200"/>
        </a:p>
      </dsp:txBody>
      <dsp:txXfrm>
        <a:off x="1553272" y="602067"/>
        <a:ext cx="2684919" cy="1139056"/>
      </dsp:txXfrm>
    </dsp:sp>
    <dsp:sp modelId="{296E9264-EC7A-483C-9277-A7DBFC9FB323}">
      <dsp:nvSpPr>
        <dsp:cNvPr id="0" name=""/>
        <dsp:cNvSpPr/>
      </dsp:nvSpPr>
      <dsp:spPr>
        <a:xfrm>
          <a:off x="4706018" y="602067"/>
          <a:ext cx="1139056" cy="11390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31D9DB-12E6-4B2E-996A-C788FA9162CB}">
      <dsp:nvSpPr>
        <dsp:cNvPr id="0" name=""/>
        <dsp:cNvSpPr/>
      </dsp:nvSpPr>
      <dsp:spPr>
        <a:xfrm>
          <a:off x="4945220" y="841269"/>
          <a:ext cx="660652" cy="6606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BBB547-AC35-4C8F-8AB8-6D4BB31E4F49}">
      <dsp:nvSpPr>
        <dsp:cNvPr id="0" name=""/>
        <dsp:cNvSpPr/>
      </dsp:nvSpPr>
      <dsp:spPr>
        <a:xfrm>
          <a:off x="6089159" y="602067"/>
          <a:ext cx="2684919" cy="1139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0" i="0" kern="1200" baseline="0"/>
            <a:t>Compromise can lead to </a:t>
          </a:r>
          <a:r>
            <a:rPr lang="en-US" sz="1400" b="1" i="0" kern="1200" baseline="0"/>
            <a:t>backdoors, supply-chain attacks, data leaks, and reputation damage</a:t>
          </a:r>
          <a:r>
            <a:rPr lang="en-US" sz="1400" b="0" i="0" kern="1200" baseline="0"/>
            <a:t> (Snyk)</a:t>
          </a:r>
          <a:endParaRPr lang="en-US" sz="1400" kern="1200"/>
        </a:p>
      </dsp:txBody>
      <dsp:txXfrm>
        <a:off x="6089159" y="602067"/>
        <a:ext cx="2684919" cy="1139056"/>
      </dsp:txXfrm>
    </dsp:sp>
    <dsp:sp modelId="{D171A1A1-5241-4B19-87EF-12EA891990D1}">
      <dsp:nvSpPr>
        <dsp:cNvPr id="0" name=""/>
        <dsp:cNvSpPr/>
      </dsp:nvSpPr>
      <dsp:spPr>
        <a:xfrm>
          <a:off x="170132" y="2454356"/>
          <a:ext cx="1139056" cy="11390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A3AC48-A5DF-45ED-B8D9-55CB1282DE82}">
      <dsp:nvSpPr>
        <dsp:cNvPr id="0" name=""/>
        <dsp:cNvSpPr/>
      </dsp:nvSpPr>
      <dsp:spPr>
        <a:xfrm>
          <a:off x="409334" y="2693558"/>
          <a:ext cx="660652" cy="6606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4081C0-E7B4-4362-94F5-EBD390557187}">
      <dsp:nvSpPr>
        <dsp:cNvPr id="0" name=""/>
        <dsp:cNvSpPr/>
      </dsp:nvSpPr>
      <dsp:spPr>
        <a:xfrm>
          <a:off x="1553272" y="2454356"/>
          <a:ext cx="2684919" cy="1139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t>NIST’s Secure Software Development Framework (SSDF) lists </a:t>
          </a:r>
          <a:r>
            <a:rPr lang="en-US" sz="1400" b="1" i="0" kern="1200" baseline="0" dirty="0"/>
            <a:t>code repository protection as a required practice</a:t>
          </a:r>
          <a:endParaRPr lang="en-US" sz="1400" kern="1200" dirty="0"/>
        </a:p>
      </dsp:txBody>
      <dsp:txXfrm>
        <a:off x="1553272" y="2454356"/>
        <a:ext cx="2684919" cy="1139056"/>
      </dsp:txXfrm>
    </dsp:sp>
    <dsp:sp modelId="{49B636F1-7881-4319-9EE5-D0E31EB9679B}">
      <dsp:nvSpPr>
        <dsp:cNvPr id="0" name=""/>
        <dsp:cNvSpPr/>
      </dsp:nvSpPr>
      <dsp:spPr>
        <a:xfrm>
          <a:off x="4706018" y="2454356"/>
          <a:ext cx="1139056" cy="113905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45414A-DD7F-4D91-8502-DD0688E3AEFF}">
      <dsp:nvSpPr>
        <dsp:cNvPr id="0" name=""/>
        <dsp:cNvSpPr/>
      </dsp:nvSpPr>
      <dsp:spPr>
        <a:xfrm>
          <a:off x="4945220" y="2693558"/>
          <a:ext cx="660652" cy="66065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4B97D8-79E3-4BA6-99B5-38548B916ECA}">
      <dsp:nvSpPr>
        <dsp:cNvPr id="0" name=""/>
        <dsp:cNvSpPr/>
      </dsp:nvSpPr>
      <dsp:spPr>
        <a:xfrm>
          <a:off x="6089159" y="2454356"/>
          <a:ext cx="2684919" cy="1139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i="0" kern="1200" baseline="0"/>
            <a:t>Goal:</a:t>
          </a:r>
          <a:r>
            <a:rPr lang="en-US" sz="1400" b="0" i="0" kern="1200" baseline="0"/>
            <a:t> Protect confidentiality, integrity, and availability of code</a:t>
          </a:r>
          <a:endParaRPr lang="en-US" sz="1400" kern="1200"/>
        </a:p>
      </dsp:txBody>
      <dsp:txXfrm>
        <a:off x="6089159" y="2454356"/>
        <a:ext cx="2684919" cy="11390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B95856-3FEF-4E12-8882-E67518E49854}">
      <dsp:nvSpPr>
        <dsp:cNvPr id="0" name=""/>
        <dsp:cNvSpPr/>
      </dsp:nvSpPr>
      <dsp:spPr>
        <a:xfrm>
          <a:off x="0" y="1741"/>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ECC38C-6EC0-4874-B3F5-6731FB10E6EA}">
      <dsp:nvSpPr>
        <dsp:cNvPr id="0" name=""/>
        <dsp:cNvSpPr/>
      </dsp:nvSpPr>
      <dsp:spPr>
        <a:xfrm>
          <a:off x="266964" y="200309"/>
          <a:ext cx="485389" cy="4853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DC4E98-5C2F-459A-8487-49F88EABCC8F}">
      <dsp:nvSpPr>
        <dsp:cNvPr id="0" name=""/>
        <dsp:cNvSpPr/>
      </dsp:nvSpPr>
      <dsp:spPr>
        <a:xfrm>
          <a:off x="1019317" y="1741"/>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977900">
            <a:lnSpc>
              <a:spcPct val="100000"/>
            </a:lnSpc>
            <a:spcBef>
              <a:spcPct val="0"/>
            </a:spcBef>
            <a:spcAft>
              <a:spcPct val="35000"/>
            </a:spcAft>
            <a:buNone/>
          </a:pPr>
          <a:r>
            <a:rPr lang="en-US" sz="2200" b="0" i="0" kern="1200" baseline="0"/>
            <a:t>Use </a:t>
          </a:r>
          <a:r>
            <a:rPr lang="en-US" sz="2200" b="1" i="0" kern="1200" baseline="0"/>
            <a:t>RBAC and least privilege</a:t>
          </a:r>
          <a:r>
            <a:rPr lang="en-US" sz="2200" b="0" i="0" kern="1200" baseline="0"/>
            <a:t>—only give people access they truly need (Snyk)</a:t>
          </a:r>
          <a:endParaRPr lang="en-US" sz="2200" kern="1200"/>
        </a:p>
      </dsp:txBody>
      <dsp:txXfrm>
        <a:off x="1019317" y="1741"/>
        <a:ext cx="7924893" cy="882525"/>
      </dsp:txXfrm>
    </dsp:sp>
    <dsp:sp modelId="{13051545-FFBA-4900-884D-5C2FDAFC3A35}">
      <dsp:nvSpPr>
        <dsp:cNvPr id="0" name=""/>
        <dsp:cNvSpPr/>
      </dsp:nvSpPr>
      <dsp:spPr>
        <a:xfrm>
          <a:off x="0" y="1104898"/>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934DF5-186C-42AB-AA7B-A25E0EEC7D0A}">
      <dsp:nvSpPr>
        <dsp:cNvPr id="0" name=""/>
        <dsp:cNvSpPr/>
      </dsp:nvSpPr>
      <dsp:spPr>
        <a:xfrm>
          <a:off x="266964" y="1303467"/>
          <a:ext cx="485389" cy="4853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E85D5B-2FBE-4705-9F3D-E3939270497D}">
      <dsp:nvSpPr>
        <dsp:cNvPr id="0" name=""/>
        <dsp:cNvSpPr/>
      </dsp:nvSpPr>
      <dsp:spPr>
        <a:xfrm>
          <a:off x="1019317" y="1104898"/>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t>Require </a:t>
          </a:r>
          <a:r>
            <a:rPr lang="en-US" sz="2200" b="1" i="0" kern="1200" baseline="0" dirty="0"/>
            <a:t>MFA for all repository access</a:t>
          </a:r>
          <a:endParaRPr lang="en-US" sz="2200" kern="1200" dirty="0"/>
        </a:p>
      </dsp:txBody>
      <dsp:txXfrm>
        <a:off x="1019317" y="1104898"/>
        <a:ext cx="7924893" cy="882525"/>
      </dsp:txXfrm>
    </dsp:sp>
    <dsp:sp modelId="{E4CB445D-9420-4D13-B7DB-B507B5787419}">
      <dsp:nvSpPr>
        <dsp:cNvPr id="0" name=""/>
        <dsp:cNvSpPr/>
      </dsp:nvSpPr>
      <dsp:spPr>
        <a:xfrm>
          <a:off x="0" y="2208056"/>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4D4AFE-2D59-4089-8B55-6CE59254B4FB}">
      <dsp:nvSpPr>
        <dsp:cNvPr id="0" name=""/>
        <dsp:cNvSpPr/>
      </dsp:nvSpPr>
      <dsp:spPr>
        <a:xfrm>
          <a:off x="266964" y="2406624"/>
          <a:ext cx="485389" cy="4853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80A644-E51C-4AED-B703-BD9EDCA7D7E3}">
      <dsp:nvSpPr>
        <dsp:cNvPr id="0" name=""/>
        <dsp:cNvSpPr/>
      </dsp:nvSpPr>
      <dsp:spPr>
        <a:xfrm>
          <a:off x="1019317" y="2208056"/>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977900">
            <a:lnSpc>
              <a:spcPct val="100000"/>
            </a:lnSpc>
            <a:spcBef>
              <a:spcPct val="0"/>
            </a:spcBef>
            <a:spcAft>
              <a:spcPct val="35000"/>
            </a:spcAft>
            <a:buNone/>
          </a:pPr>
          <a:r>
            <a:rPr lang="en-US" sz="2200" b="1" i="0" kern="1200" baseline="0" dirty="0"/>
            <a:t>No shared accounts</a:t>
          </a:r>
          <a:r>
            <a:rPr lang="en-US" sz="2200" b="0" i="0" kern="1200" baseline="0" dirty="0"/>
            <a:t>—use individual identities with traceable actions</a:t>
          </a:r>
          <a:endParaRPr lang="en-US" sz="2200" kern="1200" dirty="0"/>
        </a:p>
      </dsp:txBody>
      <dsp:txXfrm>
        <a:off x="1019317" y="2208056"/>
        <a:ext cx="7924893" cy="882525"/>
      </dsp:txXfrm>
    </dsp:sp>
    <dsp:sp modelId="{14FF1D5C-E535-400D-A445-1BF350CAFDE0}">
      <dsp:nvSpPr>
        <dsp:cNvPr id="0" name=""/>
        <dsp:cNvSpPr/>
      </dsp:nvSpPr>
      <dsp:spPr>
        <a:xfrm>
          <a:off x="0" y="3311213"/>
          <a:ext cx="8944211" cy="882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1BCCED-D5AA-443F-9CDF-2A16DE3AE0D8}">
      <dsp:nvSpPr>
        <dsp:cNvPr id="0" name=""/>
        <dsp:cNvSpPr/>
      </dsp:nvSpPr>
      <dsp:spPr>
        <a:xfrm>
          <a:off x="266964" y="3509782"/>
          <a:ext cx="485389" cy="4853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F23C7D-9982-4B1F-B9F8-D01F550FF58C}">
      <dsp:nvSpPr>
        <dsp:cNvPr id="0" name=""/>
        <dsp:cNvSpPr/>
      </dsp:nvSpPr>
      <dsp:spPr>
        <a:xfrm>
          <a:off x="1019317" y="3311213"/>
          <a:ext cx="7924893" cy="882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401" tIns="93401" rIns="93401" bIns="93401" numCol="1" spcCol="1270" anchor="ctr" anchorCtr="0">
          <a:noAutofit/>
        </a:bodyPr>
        <a:lstStyle/>
        <a:p>
          <a:pPr marL="0" lvl="0" indent="0" algn="l" defTabSz="977900">
            <a:lnSpc>
              <a:spcPct val="100000"/>
            </a:lnSpc>
            <a:spcBef>
              <a:spcPct val="0"/>
            </a:spcBef>
            <a:spcAft>
              <a:spcPct val="35000"/>
            </a:spcAft>
            <a:buNone/>
          </a:pPr>
          <a:r>
            <a:rPr lang="en-US" sz="2200" b="1" i="0" kern="1200" baseline="0"/>
            <a:t>Re-certify access regularly</a:t>
          </a:r>
          <a:r>
            <a:rPr lang="en-US" sz="2200" b="0" i="0" kern="1200" baseline="0"/>
            <a:t> when roles change or staff depart</a:t>
          </a:r>
          <a:endParaRPr lang="en-US" sz="2200" kern="1200"/>
        </a:p>
      </dsp:txBody>
      <dsp:txXfrm>
        <a:off x="1019317" y="3311213"/>
        <a:ext cx="7924893" cy="8825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876E41-53F8-4F94-9320-20441547D7BC}">
      <dsp:nvSpPr>
        <dsp:cNvPr id="0" name=""/>
        <dsp:cNvSpPr/>
      </dsp:nvSpPr>
      <dsp:spPr>
        <a:xfrm>
          <a:off x="953245" y="1758"/>
          <a:ext cx="3812983" cy="910641"/>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982" tIns="231303" rIns="73982" bIns="231303" numCol="1" spcCol="1270" anchor="ctr" anchorCtr="0">
          <a:noAutofit/>
        </a:bodyPr>
        <a:lstStyle/>
        <a:p>
          <a:pPr marL="0" lvl="0" indent="0" algn="l" defTabSz="666750">
            <a:lnSpc>
              <a:spcPct val="90000"/>
            </a:lnSpc>
            <a:spcBef>
              <a:spcPct val="0"/>
            </a:spcBef>
            <a:spcAft>
              <a:spcPct val="35000"/>
            </a:spcAft>
            <a:buNone/>
          </a:pPr>
          <a:r>
            <a:rPr lang="en-US" sz="1500" kern="1200"/>
            <a:t>Never store passwords, tokens, keys, or secrets in code</a:t>
          </a:r>
        </a:p>
      </dsp:txBody>
      <dsp:txXfrm>
        <a:off x="953245" y="1758"/>
        <a:ext cx="3812983" cy="910641"/>
      </dsp:txXfrm>
    </dsp:sp>
    <dsp:sp modelId="{7F40EBDA-2518-480F-A42D-F7CAB6128282}">
      <dsp:nvSpPr>
        <dsp:cNvPr id="0" name=""/>
        <dsp:cNvSpPr/>
      </dsp:nvSpPr>
      <dsp:spPr>
        <a:xfrm>
          <a:off x="0" y="1758"/>
          <a:ext cx="953245" cy="910641"/>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443" tIns="89951" rIns="50443" bIns="89951" numCol="1" spcCol="1270" anchor="ctr" anchorCtr="0">
          <a:noAutofit/>
        </a:bodyPr>
        <a:lstStyle/>
        <a:p>
          <a:pPr marL="0" lvl="0" indent="0" algn="ctr" defTabSz="844550">
            <a:lnSpc>
              <a:spcPct val="90000"/>
            </a:lnSpc>
            <a:spcBef>
              <a:spcPct val="0"/>
            </a:spcBef>
            <a:spcAft>
              <a:spcPct val="35000"/>
            </a:spcAft>
            <a:buNone/>
          </a:pPr>
          <a:r>
            <a:rPr lang="en-US" sz="1900" kern="1200"/>
            <a:t>Store</a:t>
          </a:r>
        </a:p>
      </dsp:txBody>
      <dsp:txXfrm>
        <a:off x="0" y="1758"/>
        <a:ext cx="953245" cy="910641"/>
      </dsp:txXfrm>
    </dsp:sp>
    <dsp:sp modelId="{1D26EE54-A0DB-4194-AF29-950A4BEFA7BC}">
      <dsp:nvSpPr>
        <dsp:cNvPr id="0" name=""/>
        <dsp:cNvSpPr/>
      </dsp:nvSpPr>
      <dsp:spPr>
        <a:xfrm>
          <a:off x="953245" y="967038"/>
          <a:ext cx="3812983" cy="910641"/>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982" tIns="231303" rIns="73982" bIns="231303" numCol="1" spcCol="1270" anchor="ctr" anchorCtr="0">
          <a:noAutofit/>
        </a:bodyPr>
        <a:lstStyle/>
        <a:p>
          <a:pPr marL="0" lvl="0" indent="0" algn="l" defTabSz="666750">
            <a:lnSpc>
              <a:spcPct val="90000"/>
            </a:lnSpc>
            <a:spcBef>
              <a:spcPct val="0"/>
            </a:spcBef>
            <a:spcAft>
              <a:spcPct val="35000"/>
            </a:spcAft>
            <a:buNone/>
          </a:pPr>
          <a:r>
            <a:rPr lang="en-US" sz="1500" kern="1200"/>
            <a:t>Use secrets management tools (Vault, AWS/GCP/Azure Key Vault)</a:t>
          </a:r>
        </a:p>
      </dsp:txBody>
      <dsp:txXfrm>
        <a:off x="953245" y="967038"/>
        <a:ext cx="3812983" cy="910641"/>
      </dsp:txXfrm>
    </dsp:sp>
    <dsp:sp modelId="{65BFD0A4-B913-43A8-B77F-559A85DDC9A9}">
      <dsp:nvSpPr>
        <dsp:cNvPr id="0" name=""/>
        <dsp:cNvSpPr/>
      </dsp:nvSpPr>
      <dsp:spPr>
        <a:xfrm>
          <a:off x="0" y="967038"/>
          <a:ext cx="953245" cy="910641"/>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443" tIns="89951" rIns="50443" bIns="89951" numCol="1" spcCol="1270" anchor="ctr" anchorCtr="0">
          <a:noAutofit/>
        </a:bodyPr>
        <a:lstStyle/>
        <a:p>
          <a:pPr marL="0" lvl="0" indent="0" algn="ctr" defTabSz="844550">
            <a:lnSpc>
              <a:spcPct val="90000"/>
            </a:lnSpc>
            <a:spcBef>
              <a:spcPct val="0"/>
            </a:spcBef>
            <a:spcAft>
              <a:spcPct val="35000"/>
            </a:spcAft>
            <a:buNone/>
          </a:pPr>
          <a:r>
            <a:rPr lang="en-US" sz="1900" kern="1200"/>
            <a:t>Use</a:t>
          </a:r>
        </a:p>
      </dsp:txBody>
      <dsp:txXfrm>
        <a:off x="0" y="967038"/>
        <a:ext cx="953245" cy="910641"/>
      </dsp:txXfrm>
    </dsp:sp>
    <dsp:sp modelId="{8E30A81B-6C12-4A02-B2F4-67F49DA3DFCB}">
      <dsp:nvSpPr>
        <dsp:cNvPr id="0" name=""/>
        <dsp:cNvSpPr/>
      </dsp:nvSpPr>
      <dsp:spPr>
        <a:xfrm>
          <a:off x="953245" y="1932318"/>
          <a:ext cx="3812983" cy="910641"/>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982" tIns="231303" rIns="73982" bIns="231303" numCol="1" spcCol="1270" anchor="ctr" anchorCtr="0">
          <a:noAutofit/>
        </a:bodyPr>
        <a:lstStyle/>
        <a:p>
          <a:pPr marL="0" lvl="0" indent="0" algn="l" defTabSz="666750">
            <a:lnSpc>
              <a:spcPct val="90000"/>
            </a:lnSpc>
            <a:spcBef>
              <a:spcPct val="0"/>
            </a:spcBef>
            <a:spcAft>
              <a:spcPct val="35000"/>
            </a:spcAft>
            <a:buNone/>
          </a:pPr>
          <a:r>
            <a:rPr lang="en-US" sz="1500" kern="1200"/>
            <a:t>Enable secret scanning &amp; push protection (GitHub Secret Scanning)</a:t>
          </a:r>
        </a:p>
      </dsp:txBody>
      <dsp:txXfrm>
        <a:off x="953245" y="1932318"/>
        <a:ext cx="3812983" cy="910641"/>
      </dsp:txXfrm>
    </dsp:sp>
    <dsp:sp modelId="{9A2A5B66-D6F3-428E-9C30-CD99EF3A109A}">
      <dsp:nvSpPr>
        <dsp:cNvPr id="0" name=""/>
        <dsp:cNvSpPr/>
      </dsp:nvSpPr>
      <dsp:spPr>
        <a:xfrm>
          <a:off x="0" y="1932318"/>
          <a:ext cx="953245" cy="910641"/>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443" tIns="89951" rIns="50443" bIns="89951" numCol="1" spcCol="1270" anchor="ctr" anchorCtr="0">
          <a:noAutofit/>
        </a:bodyPr>
        <a:lstStyle/>
        <a:p>
          <a:pPr marL="0" lvl="0" indent="0" algn="ctr" defTabSz="844550">
            <a:lnSpc>
              <a:spcPct val="90000"/>
            </a:lnSpc>
            <a:spcBef>
              <a:spcPct val="0"/>
            </a:spcBef>
            <a:spcAft>
              <a:spcPct val="35000"/>
            </a:spcAft>
            <a:buNone/>
          </a:pPr>
          <a:r>
            <a:rPr lang="en-US" sz="1900" kern="1200"/>
            <a:t>Enable</a:t>
          </a:r>
        </a:p>
      </dsp:txBody>
      <dsp:txXfrm>
        <a:off x="0" y="1932318"/>
        <a:ext cx="953245" cy="910641"/>
      </dsp:txXfrm>
    </dsp:sp>
    <dsp:sp modelId="{5BA39ED5-6DEF-4B6C-9489-5E7113CD1978}">
      <dsp:nvSpPr>
        <dsp:cNvPr id="0" name=""/>
        <dsp:cNvSpPr/>
      </dsp:nvSpPr>
      <dsp:spPr>
        <a:xfrm>
          <a:off x="953245" y="2897599"/>
          <a:ext cx="3812983" cy="910641"/>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982" tIns="231303" rIns="73982" bIns="231303" numCol="1" spcCol="1270" anchor="ctr" anchorCtr="0">
          <a:noAutofit/>
        </a:bodyPr>
        <a:lstStyle/>
        <a:p>
          <a:pPr marL="0" lvl="0" indent="0" algn="l" defTabSz="666750">
            <a:lnSpc>
              <a:spcPct val="90000"/>
            </a:lnSpc>
            <a:spcBef>
              <a:spcPct val="0"/>
            </a:spcBef>
            <a:spcAft>
              <a:spcPct val="35000"/>
            </a:spcAft>
            <a:buNone/>
          </a:pPr>
          <a:r>
            <a:rPr lang="en-US" sz="1500" kern="1200"/>
            <a:t>If a secret leaks, rotate it immediately (OWASP)</a:t>
          </a:r>
        </a:p>
      </dsp:txBody>
      <dsp:txXfrm>
        <a:off x="953245" y="2897599"/>
        <a:ext cx="3812983" cy="910641"/>
      </dsp:txXfrm>
    </dsp:sp>
    <dsp:sp modelId="{FE79BCC7-400C-431D-A7BA-B6499CCFBC60}">
      <dsp:nvSpPr>
        <dsp:cNvPr id="0" name=""/>
        <dsp:cNvSpPr/>
      </dsp:nvSpPr>
      <dsp:spPr>
        <a:xfrm>
          <a:off x="0" y="2897599"/>
          <a:ext cx="953245" cy="910641"/>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443" tIns="89951" rIns="50443" bIns="89951" numCol="1" spcCol="1270" anchor="ctr" anchorCtr="0">
          <a:noAutofit/>
        </a:bodyPr>
        <a:lstStyle/>
        <a:p>
          <a:pPr marL="0" lvl="0" indent="0" algn="ctr" defTabSz="844550">
            <a:lnSpc>
              <a:spcPct val="90000"/>
            </a:lnSpc>
            <a:spcBef>
              <a:spcPct val="0"/>
            </a:spcBef>
            <a:spcAft>
              <a:spcPct val="35000"/>
            </a:spcAft>
            <a:buNone/>
          </a:pPr>
          <a:r>
            <a:rPr lang="en-US" sz="1900" kern="1200"/>
            <a:t>Rotate</a:t>
          </a:r>
        </a:p>
      </dsp:txBody>
      <dsp:txXfrm>
        <a:off x="0" y="2897599"/>
        <a:ext cx="953245" cy="9106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652ED-5E76-45FC-9A45-A0326107C290}">
      <dsp:nvSpPr>
        <dsp:cNvPr id="0" name=""/>
        <dsp:cNvSpPr/>
      </dsp:nvSpPr>
      <dsp:spPr>
        <a:xfrm>
          <a:off x="183" y="697810"/>
          <a:ext cx="2217343" cy="2660812"/>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024" tIns="0" rIns="219024" bIns="330200" numCol="1" spcCol="1270" anchor="t" anchorCtr="0">
          <a:noAutofit/>
        </a:bodyPr>
        <a:lstStyle/>
        <a:p>
          <a:pPr marL="0" lvl="0" indent="0" algn="l" defTabSz="800100">
            <a:lnSpc>
              <a:spcPct val="90000"/>
            </a:lnSpc>
            <a:spcBef>
              <a:spcPct val="0"/>
            </a:spcBef>
            <a:spcAft>
              <a:spcPct val="35000"/>
            </a:spcAft>
            <a:buNone/>
          </a:pPr>
          <a:r>
            <a:rPr lang="en-US" sz="1800" b="0" i="0" kern="1200" baseline="0"/>
            <a:t>Require </a:t>
          </a:r>
          <a:r>
            <a:rPr lang="en-US" sz="1800" b="1" i="0" kern="1200" baseline="0"/>
            <a:t>pull/merge requests</a:t>
          </a:r>
          <a:r>
            <a:rPr lang="en-US" sz="1800" b="0" i="0" kern="1200" baseline="0"/>
            <a:t> for all changes to main branches</a:t>
          </a:r>
          <a:endParaRPr lang="en-US" sz="1800" kern="1200"/>
        </a:p>
      </dsp:txBody>
      <dsp:txXfrm>
        <a:off x="183" y="1762135"/>
        <a:ext cx="2217343" cy="1596487"/>
      </dsp:txXfrm>
    </dsp:sp>
    <dsp:sp modelId="{87D008B6-1257-4F43-913B-929748A91446}">
      <dsp:nvSpPr>
        <dsp:cNvPr id="0" name=""/>
        <dsp:cNvSpPr/>
      </dsp:nvSpPr>
      <dsp:spPr>
        <a:xfrm>
          <a:off x="183" y="697810"/>
          <a:ext cx="2217343" cy="106432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19024" tIns="165100" rIns="219024" bIns="165100" numCol="1" spcCol="1270" anchor="ctr" anchorCtr="0">
          <a:noAutofit/>
        </a:bodyPr>
        <a:lstStyle/>
        <a:p>
          <a:pPr marL="0" lvl="0" indent="0" algn="l" defTabSz="2311400">
            <a:lnSpc>
              <a:spcPct val="90000"/>
            </a:lnSpc>
            <a:spcBef>
              <a:spcPct val="0"/>
            </a:spcBef>
            <a:spcAft>
              <a:spcPct val="35000"/>
            </a:spcAft>
            <a:buNone/>
          </a:pPr>
          <a:r>
            <a:rPr lang="en-US" sz="5200" kern="1200"/>
            <a:t>01</a:t>
          </a:r>
        </a:p>
      </dsp:txBody>
      <dsp:txXfrm>
        <a:off x="183" y="697810"/>
        <a:ext cx="2217343" cy="1064324"/>
      </dsp:txXfrm>
    </dsp:sp>
    <dsp:sp modelId="{F8D21B67-21CA-4822-90B4-D4BFBC81D004}">
      <dsp:nvSpPr>
        <dsp:cNvPr id="0" name=""/>
        <dsp:cNvSpPr/>
      </dsp:nvSpPr>
      <dsp:spPr>
        <a:xfrm>
          <a:off x="2394914" y="697810"/>
          <a:ext cx="2217343" cy="2660812"/>
        </a:xfrm>
        <a:prstGeom prst="rect">
          <a:avLst/>
        </a:prstGeom>
        <a:solidFill>
          <a:schemeClr val="accent2">
            <a:hueOff val="451605"/>
            <a:satOff val="-2211"/>
            <a:lumOff val="1242"/>
            <a:alphaOff val="0"/>
          </a:schemeClr>
        </a:solidFill>
        <a:ln w="19050" cap="rnd" cmpd="sng" algn="ctr">
          <a:solidFill>
            <a:schemeClr val="accent2">
              <a:hueOff val="451605"/>
              <a:satOff val="-2211"/>
              <a:lumOff val="124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024" tIns="0" rIns="219024" bIns="330200" numCol="1" spcCol="1270" anchor="t" anchorCtr="0">
          <a:noAutofit/>
        </a:bodyPr>
        <a:lstStyle/>
        <a:p>
          <a:pPr marL="0" lvl="0" indent="0" algn="l" defTabSz="800100">
            <a:lnSpc>
              <a:spcPct val="90000"/>
            </a:lnSpc>
            <a:spcBef>
              <a:spcPct val="0"/>
            </a:spcBef>
            <a:spcAft>
              <a:spcPct val="35000"/>
            </a:spcAft>
            <a:buNone/>
          </a:pPr>
          <a:r>
            <a:rPr lang="en-US" sz="1800" b="0" i="0" kern="1200" baseline="0"/>
            <a:t>Enforce </a:t>
          </a:r>
          <a:r>
            <a:rPr lang="en-US" sz="1800" b="1" i="0" kern="1200" baseline="0"/>
            <a:t>branch protection rules</a:t>
          </a:r>
          <a:r>
            <a:rPr lang="en-US" sz="1800" b="0" i="0" kern="1200" baseline="0"/>
            <a:t> (no direct pushes)</a:t>
          </a:r>
          <a:endParaRPr lang="en-US" sz="1800" kern="1200"/>
        </a:p>
      </dsp:txBody>
      <dsp:txXfrm>
        <a:off x="2394914" y="1762135"/>
        <a:ext cx="2217343" cy="1596487"/>
      </dsp:txXfrm>
    </dsp:sp>
    <dsp:sp modelId="{C3DBD3EE-3575-4A22-8908-34EADAB139E9}">
      <dsp:nvSpPr>
        <dsp:cNvPr id="0" name=""/>
        <dsp:cNvSpPr/>
      </dsp:nvSpPr>
      <dsp:spPr>
        <a:xfrm>
          <a:off x="2394914" y="697810"/>
          <a:ext cx="2217343" cy="106432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19024" tIns="165100" rIns="219024" bIns="165100" numCol="1" spcCol="1270" anchor="ctr" anchorCtr="0">
          <a:noAutofit/>
        </a:bodyPr>
        <a:lstStyle/>
        <a:p>
          <a:pPr marL="0" lvl="0" indent="0" algn="l" defTabSz="2311400">
            <a:lnSpc>
              <a:spcPct val="90000"/>
            </a:lnSpc>
            <a:spcBef>
              <a:spcPct val="0"/>
            </a:spcBef>
            <a:spcAft>
              <a:spcPct val="35000"/>
            </a:spcAft>
            <a:buNone/>
          </a:pPr>
          <a:r>
            <a:rPr lang="en-US" sz="5200" kern="1200"/>
            <a:t>02</a:t>
          </a:r>
        </a:p>
      </dsp:txBody>
      <dsp:txXfrm>
        <a:off x="2394914" y="697810"/>
        <a:ext cx="2217343" cy="1064324"/>
      </dsp:txXfrm>
    </dsp:sp>
    <dsp:sp modelId="{4D8017B1-66CB-4B8A-8EA0-2827CD492A55}">
      <dsp:nvSpPr>
        <dsp:cNvPr id="0" name=""/>
        <dsp:cNvSpPr/>
      </dsp:nvSpPr>
      <dsp:spPr>
        <a:xfrm>
          <a:off x="4789645" y="697810"/>
          <a:ext cx="2217343" cy="2660812"/>
        </a:xfrm>
        <a:prstGeom prst="rect">
          <a:avLst/>
        </a:prstGeom>
        <a:solidFill>
          <a:schemeClr val="accent2">
            <a:hueOff val="903209"/>
            <a:satOff val="-4421"/>
            <a:lumOff val="2483"/>
            <a:alphaOff val="0"/>
          </a:schemeClr>
        </a:solidFill>
        <a:ln w="19050" cap="rnd" cmpd="sng" algn="ctr">
          <a:solidFill>
            <a:schemeClr val="accent2">
              <a:hueOff val="903209"/>
              <a:satOff val="-4421"/>
              <a:lumOff val="248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024" tIns="0" rIns="219024" bIns="330200" numCol="1" spcCol="1270" anchor="t" anchorCtr="0">
          <a:noAutofit/>
        </a:bodyPr>
        <a:lstStyle/>
        <a:p>
          <a:pPr marL="0" lvl="0" indent="0" algn="l" defTabSz="800100">
            <a:lnSpc>
              <a:spcPct val="90000"/>
            </a:lnSpc>
            <a:spcBef>
              <a:spcPct val="0"/>
            </a:spcBef>
            <a:spcAft>
              <a:spcPct val="35000"/>
            </a:spcAft>
            <a:buNone/>
          </a:pPr>
          <a:r>
            <a:rPr lang="en-US" sz="1800" b="0" i="0" kern="1200" baseline="0"/>
            <a:t>Require </a:t>
          </a:r>
          <a:r>
            <a:rPr lang="en-US" sz="1800" b="1" i="0" kern="1200" baseline="0"/>
            <a:t>at least one code review approval</a:t>
          </a:r>
          <a:r>
            <a:rPr lang="en-US" sz="1800" b="0" i="0" kern="1200" baseline="0"/>
            <a:t> </a:t>
          </a:r>
          <a:endParaRPr lang="en-US" sz="1800" kern="1200"/>
        </a:p>
      </dsp:txBody>
      <dsp:txXfrm>
        <a:off x="4789645" y="1762135"/>
        <a:ext cx="2217343" cy="1596487"/>
      </dsp:txXfrm>
    </dsp:sp>
    <dsp:sp modelId="{3050764C-7561-499A-A5F1-ACC328787B8A}">
      <dsp:nvSpPr>
        <dsp:cNvPr id="0" name=""/>
        <dsp:cNvSpPr/>
      </dsp:nvSpPr>
      <dsp:spPr>
        <a:xfrm>
          <a:off x="4789645" y="697810"/>
          <a:ext cx="2217343" cy="106432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19024" tIns="165100" rIns="219024" bIns="165100" numCol="1" spcCol="1270" anchor="ctr" anchorCtr="0">
          <a:noAutofit/>
        </a:bodyPr>
        <a:lstStyle/>
        <a:p>
          <a:pPr marL="0" lvl="0" indent="0" algn="l" defTabSz="2311400">
            <a:lnSpc>
              <a:spcPct val="90000"/>
            </a:lnSpc>
            <a:spcBef>
              <a:spcPct val="0"/>
            </a:spcBef>
            <a:spcAft>
              <a:spcPct val="35000"/>
            </a:spcAft>
            <a:buNone/>
          </a:pPr>
          <a:r>
            <a:rPr lang="en-US" sz="5200" kern="1200"/>
            <a:t>03</a:t>
          </a:r>
        </a:p>
      </dsp:txBody>
      <dsp:txXfrm>
        <a:off x="4789645" y="697810"/>
        <a:ext cx="2217343" cy="1064324"/>
      </dsp:txXfrm>
    </dsp:sp>
    <dsp:sp modelId="{F05B47A8-55FE-41D2-A9FE-45F12F7AD793}">
      <dsp:nvSpPr>
        <dsp:cNvPr id="0" name=""/>
        <dsp:cNvSpPr/>
      </dsp:nvSpPr>
      <dsp:spPr>
        <a:xfrm>
          <a:off x="7184376" y="697810"/>
          <a:ext cx="2217343" cy="2660812"/>
        </a:xfrm>
        <a:prstGeom prst="rect">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024" tIns="0" rIns="219024" bIns="330200" numCol="1" spcCol="1270" anchor="t" anchorCtr="0">
          <a:noAutofit/>
        </a:bodyPr>
        <a:lstStyle/>
        <a:p>
          <a:pPr marL="0" lvl="0" indent="0" algn="l" defTabSz="800100">
            <a:lnSpc>
              <a:spcPct val="90000"/>
            </a:lnSpc>
            <a:spcBef>
              <a:spcPct val="0"/>
            </a:spcBef>
            <a:spcAft>
              <a:spcPct val="35000"/>
            </a:spcAft>
            <a:buNone/>
          </a:pPr>
          <a:r>
            <a:rPr lang="en-US" sz="1800" b="0" i="0" kern="1200" baseline="0"/>
            <a:t>Use </a:t>
          </a:r>
          <a:r>
            <a:rPr lang="en-US" sz="1800" b="1" i="0" kern="1200" baseline="0"/>
            <a:t>signed commits</a:t>
          </a:r>
          <a:r>
            <a:rPr lang="en-US" sz="1800" b="0" i="0" kern="1200" baseline="0"/>
            <a:t> to verify author identity </a:t>
          </a:r>
          <a:endParaRPr lang="en-US" sz="1800" kern="1200"/>
        </a:p>
      </dsp:txBody>
      <dsp:txXfrm>
        <a:off x="7184376" y="1762135"/>
        <a:ext cx="2217343" cy="1596487"/>
      </dsp:txXfrm>
    </dsp:sp>
    <dsp:sp modelId="{3A68A1DA-4CCB-46A6-B72F-E5E990196F3F}">
      <dsp:nvSpPr>
        <dsp:cNvPr id="0" name=""/>
        <dsp:cNvSpPr/>
      </dsp:nvSpPr>
      <dsp:spPr>
        <a:xfrm>
          <a:off x="7184376" y="697810"/>
          <a:ext cx="2217343" cy="1064324"/>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19024" tIns="165100" rIns="219024" bIns="165100" numCol="1" spcCol="1270" anchor="ctr" anchorCtr="0">
          <a:noAutofit/>
        </a:bodyPr>
        <a:lstStyle/>
        <a:p>
          <a:pPr marL="0" lvl="0" indent="0" algn="l" defTabSz="2311400">
            <a:lnSpc>
              <a:spcPct val="90000"/>
            </a:lnSpc>
            <a:spcBef>
              <a:spcPct val="0"/>
            </a:spcBef>
            <a:spcAft>
              <a:spcPct val="35000"/>
            </a:spcAft>
            <a:buNone/>
          </a:pPr>
          <a:r>
            <a:rPr lang="en-US" sz="5200" kern="1200"/>
            <a:t>04</a:t>
          </a:r>
        </a:p>
      </dsp:txBody>
      <dsp:txXfrm>
        <a:off x="7184376" y="697810"/>
        <a:ext cx="2217343" cy="10643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E760E-BE89-470F-954A-354BB7F55083}">
      <dsp:nvSpPr>
        <dsp:cNvPr id="0" name=""/>
        <dsp:cNvSpPr/>
      </dsp:nvSpPr>
      <dsp:spPr>
        <a:xfrm>
          <a:off x="1880380" y="1867"/>
          <a:ext cx="7521522" cy="96721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Integrate SAST tools to detect insecure code (OWASP)</a:t>
          </a:r>
        </a:p>
      </dsp:txBody>
      <dsp:txXfrm>
        <a:off x="1880380" y="1867"/>
        <a:ext cx="7521522" cy="967218"/>
      </dsp:txXfrm>
    </dsp:sp>
    <dsp:sp modelId="{FB5CD089-4F3C-4818-95FF-9784C320A016}">
      <dsp:nvSpPr>
        <dsp:cNvPr id="0" name=""/>
        <dsp:cNvSpPr/>
      </dsp:nvSpPr>
      <dsp:spPr>
        <a:xfrm>
          <a:off x="0" y="1867"/>
          <a:ext cx="1880380" cy="967218"/>
        </a:xfrm>
        <a:prstGeom prst="rect">
          <a:avLst/>
        </a:prstGeom>
        <a:solidFill>
          <a:schemeClr val="lt1">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889000">
            <a:lnSpc>
              <a:spcPct val="90000"/>
            </a:lnSpc>
            <a:spcBef>
              <a:spcPct val="0"/>
            </a:spcBef>
            <a:spcAft>
              <a:spcPct val="35000"/>
            </a:spcAft>
            <a:buNone/>
          </a:pPr>
          <a:r>
            <a:rPr lang="en-US" sz="2000" kern="1200"/>
            <a:t>Integrate</a:t>
          </a:r>
        </a:p>
      </dsp:txBody>
      <dsp:txXfrm>
        <a:off x="0" y="1867"/>
        <a:ext cx="1880380" cy="967218"/>
      </dsp:txXfrm>
    </dsp:sp>
    <dsp:sp modelId="{1294F361-4472-493C-A01C-6EDD783B4676}">
      <dsp:nvSpPr>
        <dsp:cNvPr id="0" name=""/>
        <dsp:cNvSpPr/>
      </dsp:nvSpPr>
      <dsp:spPr>
        <a:xfrm>
          <a:off x="1880380" y="1027118"/>
          <a:ext cx="7521522" cy="96721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Use dependency scanning (Dependabot, GitLab Security) (GitHub Docs)</a:t>
          </a:r>
        </a:p>
      </dsp:txBody>
      <dsp:txXfrm>
        <a:off x="1880380" y="1027118"/>
        <a:ext cx="7521522" cy="967218"/>
      </dsp:txXfrm>
    </dsp:sp>
    <dsp:sp modelId="{375CED9C-FDEB-4F89-87CD-6AEDBA4635E7}">
      <dsp:nvSpPr>
        <dsp:cNvPr id="0" name=""/>
        <dsp:cNvSpPr/>
      </dsp:nvSpPr>
      <dsp:spPr>
        <a:xfrm>
          <a:off x="0" y="1027118"/>
          <a:ext cx="1880380" cy="967218"/>
        </a:xfrm>
        <a:prstGeom prst="rect">
          <a:avLst/>
        </a:prstGeom>
        <a:solidFill>
          <a:schemeClr val="lt1">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889000">
            <a:lnSpc>
              <a:spcPct val="90000"/>
            </a:lnSpc>
            <a:spcBef>
              <a:spcPct val="0"/>
            </a:spcBef>
            <a:spcAft>
              <a:spcPct val="35000"/>
            </a:spcAft>
            <a:buNone/>
          </a:pPr>
          <a:r>
            <a:rPr lang="en-US" sz="2000" kern="1200"/>
            <a:t>Use</a:t>
          </a:r>
        </a:p>
      </dsp:txBody>
      <dsp:txXfrm>
        <a:off x="0" y="1027118"/>
        <a:ext cx="1880380" cy="967218"/>
      </dsp:txXfrm>
    </dsp:sp>
    <dsp:sp modelId="{BF838278-DFDB-4B05-A1A8-19FD1EE6488E}">
      <dsp:nvSpPr>
        <dsp:cNvPr id="0" name=""/>
        <dsp:cNvSpPr/>
      </dsp:nvSpPr>
      <dsp:spPr>
        <a:xfrm>
          <a:off x="1880380" y="2052369"/>
          <a:ext cx="7521522" cy="96721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Pin and update dependencies to avoid vulnerable or abandoned packages </a:t>
          </a:r>
        </a:p>
      </dsp:txBody>
      <dsp:txXfrm>
        <a:off x="1880380" y="2052369"/>
        <a:ext cx="7521522" cy="967218"/>
      </dsp:txXfrm>
    </dsp:sp>
    <dsp:sp modelId="{98077E86-0295-4AB3-A2F3-0200EA45812B}">
      <dsp:nvSpPr>
        <dsp:cNvPr id="0" name=""/>
        <dsp:cNvSpPr/>
      </dsp:nvSpPr>
      <dsp:spPr>
        <a:xfrm>
          <a:off x="0" y="2052369"/>
          <a:ext cx="1880380" cy="967218"/>
        </a:xfrm>
        <a:prstGeom prst="rect">
          <a:avLst/>
        </a:prstGeom>
        <a:solidFill>
          <a:schemeClr val="lt1">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889000">
            <a:lnSpc>
              <a:spcPct val="90000"/>
            </a:lnSpc>
            <a:spcBef>
              <a:spcPct val="0"/>
            </a:spcBef>
            <a:spcAft>
              <a:spcPct val="35000"/>
            </a:spcAft>
            <a:buNone/>
          </a:pPr>
          <a:r>
            <a:rPr lang="en-US" sz="2000" kern="1200"/>
            <a:t>Pin and update</a:t>
          </a:r>
        </a:p>
      </dsp:txBody>
      <dsp:txXfrm>
        <a:off x="0" y="2052369"/>
        <a:ext cx="1880380" cy="967218"/>
      </dsp:txXfrm>
    </dsp:sp>
    <dsp:sp modelId="{AF64F992-6956-409D-A13C-15B168516AA0}">
      <dsp:nvSpPr>
        <dsp:cNvPr id="0" name=""/>
        <dsp:cNvSpPr/>
      </dsp:nvSpPr>
      <dsp:spPr>
        <a:xfrm>
          <a:off x="1880380" y="3077620"/>
          <a:ext cx="7521522" cy="96721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Generate a Software Bill of Materials (SBOM)</a:t>
          </a:r>
        </a:p>
      </dsp:txBody>
      <dsp:txXfrm>
        <a:off x="1880380" y="3077620"/>
        <a:ext cx="7521522" cy="967218"/>
      </dsp:txXfrm>
    </dsp:sp>
    <dsp:sp modelId="{BD9E4714-658D-47EB-BD34-349F5F67D629}">
      <dsp:nvSpPr>
        <dsp:cNvPr id="0" name=""/>
        <dsp:cNvSpPr/>
      </dsp:nvSpPr>
      <dsp:spPr>
        <a:xfrm>
          <a:off x="0" y="3077620"/>
          <a:ext cx="1880380" cy="967218"/>
        </a:xfrm>
        <a:prstGeom prst="rect">
          <a:avLst/>
        </a:prstGeom>
        <a:solidFill>
          <a:schemeClr val="lt1">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889000">
            <a:lnSpc>
              <a:spcPct val="90000"/>
            </a:lnSpc>
            <a:spcBef>
              <a:spcPct val="0"/>
            </a:spcBef>
            <a:spcAft>
              <a:spcPct val="35000"/>
            </a:spcAft>
            <a:buNone/>
          </a:pPr>
          <a:r>
            <a:rPr lang="en-US" sz="2000" kern="1200"/>
            <a:t>Generate</a:t>
          </a:r>
        </a:p>
      </dsp:txBody>
      <dsp:txXfrm>
        <a:off x="0" y="3077620"/>
        <a:ext cx="1880380" cy="9672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9B11F5-4014-4EF3-A5E5-E0F97BCB596B}">
      <dsp:nvSpPr>
        <dsp:cNvPr id="0" name=""/>
        <dsp:cNvSpPr/>
      </dsp:nvSpPr>
      <dsp:spPr>
        <a:xfrm>
          <a:off x="1880380" y="1867"/>
          <a:ext cx="7521522" cy="967218"/>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Store code only on trusted repository platforms (NCSC)</a:t>
          </a:r>
        </a:p>
      </dsp:txBody>
      <dsp:txXfrm>
        <a:off x="1880380" y="1867"/>
        <a:ext cx="7521522" cy="967218"/>
      </dsp:txXfrm>
    </dsp:sp>
    <dsp:sp modelId="{261E8B99-1E34-4058-946F-FF4E0D6D697D}">
      <dsp:nvSpPr>
        <dsp:cNvPr id="0" name=""/>
        <dsp:cNvSpPr/>
      </dsp:nvSpPr>
      <dsp:spPr>
        <a:xfrm>
          <a:off x="0" y="1867"/>
          <a:ext cx="1880380" cy="967218"/>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933450">
            <a:lnSpc>
              <a:spcPct val="90000"/>
            </a:lnSpc>
            <a:spcBef>
              <a:spcPct val="0"/>
            </a:spcBef>
            <a:spcAft>
              <a:spcPct val="35000"/>
            </a:spcAft>
            <a:buNone/>
          </a:pPr>
          <a:r>
            <a:rPr lang="en-US" sz="2100" kern="1200"/>
            <a:t>Store</a:t>
          </a:r>
        </a:p>
      </dsp:txBody>
      <dsp:txXfrm>
        <a:off x="0" y="1867"/>
        <a:ext cx="1880380" cy="967218"/>
      </dsp:txXfrm>
    </dsp:sp>
    <dsp:sp modelId="{1CDB746D-5FF8-405C-B018-6ED667E8B2DF}">
      <dsp:nvSpPr>
        <dsp:cNvPr id="0" name=""/>
        <dsp:cNvSpPr/>
      </dsp:nvSpPr>
      <dsp:spPr>
        <a:xfrm>
          <a:off x="1880380" y="1027118"/>
          <a:ext cx="7521522" cy="967218"/>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Lock down CI/CD runners/agents to prevent untrusted execution (NCCoE)</a:t>
          </a:r>
        </a:p>
      </dsp:txBody>
      <dsp:txXfrm>
        <a:off x="1880380" y="1027118"/>
        <a:ext cx="7521522" cy="967218"/>
      </dsp:txXfrm>
    </dsp:sp>
    <dsp:sp modelId="{32FFCA8E-5F00-48A4-BA68-E9A12AC681CE}">
      <dsp:nvSpPr>
        <dsp:cNvPr id="0" name=""/>
        <dsp:cNvSpPr/>
      </dsp:nvSpPr>
      <dsp:spPr>
        <a:xfrm>
          <a:off x="0" y="1027118"/>
          <a:ext cx="1880380" cy="967218"/>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933450">
            <a:lnSpc>
              <a:spcPct val="90000"/>
            </a:lnSpc>
            <a:spcBef>
              <a:spcPct val="0"/>
            </a:spcBef>
            <a:spcAft>
              <a:spcPct val="35000"/>
            </a:spcAft>
            <a:buNone/>
          </a:pPr>
          <a:r>
            <a:rPr lang="en-US" sz="2100" kern="1200"/>
            <a:t>Lock down</a:t>
          </a:r>
        </a:p>
      </dsp:txBody>
      <dsp:txXfrm>
        <a:off x="0" y="1027118"/>
        <a:ext cx="1880380" cy="967218"/>
      </dsp:txXfrm>
    </dsp:sp>
    <dsp:sp modelId="{BABEF971-CEF6-4185-B600-2EA9708E7A34}">
      <dsp:nvSpPr>
        <dsp:cNvPr id="0" name=""/>
        <dsp:cNvSpPr/>
      </dsp:nvSpPr>
      <dsp:spPr>
        <a:xfrm>
          <a:off x="1880380" y="2052369"/>
          <a:ext cx="7521522" cy="967218"/>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Protect build scripts and configuration-as-code like source code itself </a:t>
          </a:r>
        </a:p>
      </dsp:txBody>
      <dsp:txXfrm>
        <a:off x="1880380" y="2052369"/>
        <a:ext cx="7521522" cy="967218"/>
      </dsp:txXfrm>
    </dsp:sp>
    <dsp:sp modelId="{4C6BFEFB-9466-45D2-80E9-4581C2486459}">
      <dsp:nvSpPr>
        <dsp:cNvPr id="0" name=""/>
        <dsp:cNvSpPr/>
      </dsp:nvSpPr>
      <dsp:spPr>
        <a:xfrm>
          <a:off x="0" y="2052369"/>
          <a:ext cx="1880380" cy="967218"/>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933450">
            <a:lnSpc>
              <a:spcPct val="90000"/>
            </a:lnSpc>
            <a:spcBef>
              <a:spcPct val="0"/>
            </a:spcBef>
            <a:spcAft>
              <a:spcPct val="35000"/>
            </a:spcAft>
            <a:buNone/>
          </a:pPr>
          <a:r>
            <a:rPr lang="en-US" sz="2100" kern="1200"/>
            <a:t>Protect</a:t>
          </a:r>
        </a:p>
      </dsp:txBody>
      <dsp:txXfrm>
        <a:off x="0" y="2052369"/>
        <a:ext cx="1880380" cy="967218"/>
      </dsp:txXfrm>
    </dsp:sp>
    <dsp:sp modelId="{0D06654D-0FED-4102-AE21-78FC231A0F95}">
      <dsp:nvSpPr>
        <dsp:cNvPr id="0" name=""/>
        <dsp:cNvSpPr/>
      </dsp:nvSpPr>
      <dsp:spPr>
        <a:xfrm>
          <a:off x="1880380" y="3077620"/>
          <a:ext cx="7521522" cy="967218"/>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938" tIns="245673" rIns="145938" bIns="245673" numCol="1" spcCol="1270" anchor="ctr" anchorCtr="0">
          <a:noAutofit/>
        </a:bodyPr>
        <a:lstStyle/>
        <a:p>
          <a:pPr marL="0" lvl="0" indent="0" algn="l" defTabSz="711200">
            <a:lnSpc>
              <a:spcPct val="90000"/>
            </a:lnSpc>
            <a:spcBef>
              <a:spcPct val="0"/>
            </a:spcBef>
            <a:spcAft>
              <a:spcPct val="35000"/>
            </a:spcAft>
            <a:buNone/>
          </a:pPr>
          <a:r>
            <a:rPr lang="en-US" sz="1600" kern="1200"/>
            <a:t>Ensure encryption at rest and in transit</a:t>
          </a:r>
        </a:p>
      </dsp:txBody>
      <dsp:txXfrm>
        <a:off x="1880380" y="3077620"/>
        <a:ext cx="7521522" cy="967218"/>
      </dsp:txXfrm>
    </dsp:sp>
    <dsp:sp modelId="{38DE21C3-8758-468F-8FEE-1C4BB07FDF07}">
      <dsp:nvSpPr>
        <dsp:cNvPr id="0" name=""/>
        <dsp:cNvSpPr/>
      </dsp:nvSpPr>
      <dsp:spPr>
        <a:xfrm>
          <a:off x="0" y="3077620"/>
          <a:ext cx="1880380" cy="967218"/>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03" tIns="95540" rIns="99503" bIns="95540" numCol="1" spcCol="1270" anchor="ctr" anchorCtr="0">
          <a:noAutofit/>
        </a:bodyPr>
        <a:lstStyle/>
        <a:p>
          <a:pPr marL="0" lvl="0" indent="0" algn="ctr" defTabSz="933450">
            <a:lnSpc>
              <a:spcPct val="90000"/>
            </a:lnSpc>
            <a:spcBef>
              <a:spcPct val="0"/>
            </a:spcBef>
            <a:spcAft>
              <a:spcPct val="35000"/>
            </a:spcAft>
            <a:buNone/>
          </a:pPr>
          <a:r>
            <a:rPr lang="en-US" sz="2100" kern="1200"/>
            <a:t>Ensure</a:t>
          </a:r>
        </a:p>
      </dsp:txBody>
      <dsp:txXfrm>
        <a:off x="0" y="3077620"/>
        <a:ext cx="1880380" cy="9672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3BF79-9533-4A9E-9AF0-8F669AD6D15C}">
      <dsp:nvSpPr>
        <dsp:cNvPr id="0" name=""/>
        <dsp:cNvSpPr/>
      </dsp:nvSpPr>
      <dsp:spPr>
        <a:xfrm>
          <a:off x="7855" y="618117"/>
          <a:ext cx="2265627" cy="679688"/>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35" tIns="179035" rIns="179035" bIns="179035" numCol="1" spcCol="1270" anchor="ctr" anchorCtr="0">
          <a:noAutofit/>
        </a:bodyPr>
        <a:lstStyle/>
        <a:p>
          <a:pPr marL="0" lvl="0" indent="0" algn="ctr" defTabSz="977900">
            <a:lnSpc>
              <a:spcPct val="90000"/>
            </a:lnSpc>
            <a:spcBef>
              <a:spcPct val="0"/>
            </a:spcBef>
            <a:spcAft>
              <a:spcPct val="35000"/>
            </a:spcAft>
            <a:buNone/>
          </a:pPr>
          <a:r>
            <a:rPr lang="en-US" sz="2200" kern="1200"/>
            <a:t>Store</a:t>
          </a:r>
        </a:p>
      </dsp:txBody>
      <dsp:txXfrm>
        <a:off x="7855" y="618117"/>
        <a:ext cx="2265627" cy="679688"/>
      </dsp:txXfrm>
    </dsp:sp>
    <dsp:sp modelId="{1BB7329A-A040-4FDB-A2AF-272DC0CC8E74}">
      <dsp:nvSpPr>
        <dsp:cNvPr id="0" name=""/>
        <dsp:cNvSpPr/>
      </dsp:nvSpPr>
      <dsp:spPr>
        <a:xfrm>
          <a:off x="7855" y="1297805"/>
          <a:ext cx="2265627" cy="2130783"/>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3794" tIns="223794" rIns="223794" bIns="223794" numCol="1" spcCol="1270" anchor="t" anchorCtr="0">
          <a:noAutofit/>
        </a:bodyPr>
        <a:lstStyle/>
        <a:p>
          <a:pPr marL="0" lvl="0" indent="0" algn="l" defTabSz="755650">
            <a:lnSpc>
              <a:spcPct val="90000"/>
            </a:lnSpc>
            <a:spcBef>
              <a:spcPct val="0"/>
            </a:spcBef>
            <a:spcAft>
              <a:spcPct val="35000"/>
            </a:spcAft>
            <a:buNone/>
          </a:pPr>
          <a:r>
            <a:rPr lang="en-US" sz="1700" kern="1200"/>
            <a:t>Store code only on trusted repository platforms (NCSC)</a:t>
          </a:r>
        </a:p>
      </dsp:txBody>
      <dsp:txXfrm>
        <a:off x="7855" y="1297805"/>
        <a:ext cx="2265627" cy="2130783"/>
      </dsp:txXfrm>
    </dsp:sp>
    <dsp:sp modelId="{D29A80AE-0A79-4419-9FF1-2ED85D4FA58F}">
      <dsp:nvSpPr>
        <dsp:cNvPr id="0" name=""/>
        <dsp:cNvSpPr/>
      </dsp:nvSpPr>
      <dsp:spPr>
        <a:xfrm>
          <a:off x="2381377" y="618117"/>
          <a:ext cx="2265627" cy="679688"/>
        </a:xfrm>
        <a:prstGeom prst="rect">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35" tIns="179035" rIns="179035" bIns="179035" numCol="1" spcCol="1270" anchor="ctr" anchorCtr="0">
          <a:noAutofit/>
        </a:bodyPr>
        <a:lstStyle/>
        <a:p>
          <a:pPr marL="0" lvl="0" indent="0" algn="ctr" defTabSz="977900">
            <a:lnSpc>
              <a:spcPct val="90000"/>
            </a:lnSpc>
            <a:spcBef>
              <a:spcPct val="0"/>
            </a:spcBef>
            <a:spcAft>
              <a:spcPct val="35000"/>
            </a:spcAft>
            <a:buNone/>
          </a:pPr>
          <a:r>
            <a:rPr lang="en-US" sz="2200" kern="1200"/>
            <a:t>Lock down</a:t>
          </a:r>
        </a:p>
      </dsp:txBody>
      <dsp:txXfrm>
        <a:off x="2381377" y="618117"/>
        <a:ext cx="2265627" cy="679688"/>
      </dsp:txXfrm>
    </dsp:sp>
    <dsp:sp modelId="{8DF0D22C-8FD2-42E4-8AC9-9D6ABA452682}">
      <dsp:nvSpPr>
        <dsp:cNvPr id="0" name=""/>
        <dsp:cNvSpPr/>
      </dsp:nvSpPr>
      <dsp:spPr>
        <a:xfrm>
          <a:off x="2381377" y="1297805"/>
          <a:ext cx="2265627" cy="2130783"/>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3794" tIns="223794" rIns="223794" bIns="223794" numCol="1" spcCol="1270" anchor="t" anchorCtr="0">
          <a:noAutofit/>
        </a:bodyPr>
        <a:lstStyle/>
        <a:p>
          <a:pPr marL="0" lvl="0" indent="0" algn="l" defTabSz="755650">
            <a:lnSpc>
              <a:spcPct val="90000"/>
            </a:lnSpc>
            <a:spcBef>
              <a:spcPct val="0"/>
            </a:spcBef>
            <a:spcAft>
              <a:spcPct val="35000"/>
            </a:spcAft>
            <a:buNone/>
          </a:pPr>
          <a:r>
            <a:rPr lang="en-US" sz="1700" kern="1200"/>
            <a:t>Lock down CI/CD runners/agents to prevent untrusted execution (NCCoE)</a:t>
          </a:r>
        </a:p>
      </dsp:txBody>
      <dsp:txXfrm>
        <a:off x="2381377" y="1297805"/>
        <a:ext cx="2265627" cy="2130783"/>
      </dsp:txXfrm>
    </dsp:sp>
    <dsp:sp modelId="{509569E9-69AD-4D68-8506-BCA3794940C6}">
      <dsp:nvSpPr>
        <dsp:cNvPr id="0" name=""/>
        <dsp:cNvSpPr/>
      </dsp:nvSpPr>
      <dsp:spPr>
        <a:xfrm>
          <a:off x="4754898" y="618117"/>
          <a:ext cx="2265627" cy="679688"/>
        </a:xfrm>
        <a:prstGeom prst="rect">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35" tIns="179035" rIns="179035" bIns="179035" numCol="1" spcCol="1270" anchor="ctr" anchorCtr="0">
          <a:noAutofit/>
        </a:bodyPr>
        <a:lstStyle/>
        <a:p>
          <a:pPr marL="0" lvl="0" indent="0" algn="ctr" defTabSz="977900">
            <a:lnSpc>
              <a:spcPct val="90000"/>
            </a:lnSpc>
            <a:spcBef>
              <a:spcPct val="0"/>
            </a:spcBef>
            <a:spcAft>
              <a:spcPct val="35000"/>
            </a:spcAft>
            <a:buNone/>
          </a:pPr>
          <a:r>
            <a:rPr lang="en-US" sz="2200" kern="1200"/>
            <a:t>Protect</a:t>
          </a:r>
        </a:p>
      </dsp:txBody>
      <dsp:txXfrm>
        <a:off x="4754898" y="618117"/>
        <a:ext cx="2265627" cy="679688"/>
      </dsp:txXfrm>
    </dsp:sp>
    <dsp:sp modelId="{26513A06-0EF3-474A-B005-439035215B01}">
      <dsp:nvSpPr>
        <dsp:cNvPr id="0" name=""/>
        <dsp:cNvSpPr/>
      </dsp:nvSpPr>
      <dsp:spPr>
        <a:xfrm>
          <a:off x="4754898" y="1297805"/>
          <a:ext cx="2265627" cy="2130783"/>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3794" tIns="223794" rIns="223794" bIns="223794" numCol="1" spcCol="1270" anchor="t" anchorCtr="0">
          <a:noAutofit/>
        </a:bodyPr>
        <a:lstStyle/>
        <a:p>
          <a:pPr marL="0" lvl="0" indent="0" algn="l" defTabSz="755650">
            <a:lnSpc>
              <a:spcPct val="90000"/>
            </a:lnSpc>
            <a:spcBef>
              <a:spcPct val="0"/>
            </a:spcBef>
            <a:spcAft>
              <a:spcPct val="35000"/>
            </a:spcAft>
            <a:buNone/>
          </a:pPr>
          <a:r>
            <a:rPr lang="en-US" sz="1700" kern="1200"/>
            <a:t>Protect build scripts and configuration-as-code like source code itself</a:t>
          </a:r>
        </a:p>
      </dsp:txBody>
      <dsp:txXfrm>
        <a:off x="4754898" y="1297805"/>
        <a:ext cx="2265627" cy="2130783"/>
      </dsp:txXfrm>
    </dsp:sp>
    <dsp:sp modelId="{8BBD106B-76C5-4D82-A622-946855FE6B19}">
      <dsp:nvSpPr>
        <dsp:cNvPr id="0" name=""/>
        <dsp:cNvSpPr/>
      </dsp:nvSpPr>
      <dsp:spPr>
        <a:xfrm>
          <a:off x="7128420" y="618117"/>
          <a:ext cx="2265627" cy="679688"/>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35" tIns="179035" rIns="179035" bIns="179035" numCol="1" spcCol="1270" anchor="ctr" anchorCtr="0">
          <a:noAutofit/>
        </a:bodyPr>
        <a:lstStyle/>
        <a:p>
          <a:pPr marL="0" lvl="0" indent="0" algn="ctr" defTabSz="977900">
            <a:lnSpc>
              <a:spcPct val="90000"/>
            </a:lnSpc>
            <a:spcBef>
              <a:spcPct val="0"/>
            </a:spcBef>
            <a:spcAft>
              <a:spcPct val="35000"/>
            </a:spcAft>
            <a:buNone/>
          </a:pPr>
          <a:r>
            <a:rPr lang="en-US" sz="2200" kern="1200"/>
            <a:t>Ensure</a:t>
          </a:r>
        </a:p>
      </dsp:txBody>
      <dsp:txXfrm>
        <a:off x="7128420" y="618117"/>
        <a:ext cx="2265627" cy="679688"/>
      </dsp:txXfrm>
    </dsp:sp>
    <dsp:sp modelId="{75268478-2F64-4149-B02C-F5D1869974D7}">
      <dsp:nvSpPr>
        <dsp:cNvPr id="0" name=""/>
        <dsp:cNvSpPr/>
      </dsp:nvSpPr>
      <dsp:spPr>
        <a:xfrm>
          <a:off x="7128420" y="1297805"/>
          <a:ext cx="2265627" cy="2130783"/>
        </a:xfrm>
        <a:prstGeom prst="rect">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3794" tIns="223794" rIns="223794" bIns="223794" numCol="1" spcCol="1270" anchor="t" anchorCtr="0">
          <a:noAutofit/>
        </a:bodyPr>
        <a:lstStyle/>
        <a:p>
          <a:pPr marL="0" lvl="0" indent="0" algn="l" defTabSz="755650">
            <a:lnSpc>
              <a:spcPct val="90000"/>
            </a:lnSpc>
            <a:spcBef>
              <a:spcPct val="0"/>
            </a:spcBef>
            <a:spcAft>
              <a:spcPct val="35000"/>
            </a:spcAft>
            <a:buNone/>
          </a:pPr>
          <a:r>
            <a:rPr lang="en-US" sz="1700" kern="1200"/>
            <a:t>Ensure encryption at rest and in transit</a:t>
          </a:r>
        </a:p>
      </dsp:txBody>
      <dsp:txXfrm>
        <a:off x="7128420" y="1297805"/>
        <a:ext cx="2265627" cy="2130783"/>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90FFBA-72B4-4356-AC56-DDFF1C805AF3}" type="datetimeFigureOut">
              <a:rPr lang="en-US" smtClean="0"/>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E6477-066E-40E6-A1F3-C44438189466}" type="slidenum">
              <a:rPr lang="en-US" smtClean="0"/>
              <a:t>‹#›</a:t>
            </a:fld>
            <a:endParaRPr lang="en-US"/>
          </a:p>
        </p:txBody>
      </p:sp>
    </p:spTree>
    <p:extLst>
      <p:ext uri="{BB962C8B-B14F-4D97-AF65-F5344CB8AC3E}">
        <p14:creationId xmlns:p14="http://schemas.microsoft.com/office/powerpoint/2010/main" val="3373796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Microsoft 365 content library
Blame often leads to fear, resulting in under-reporting of issues. An inconsistent process can create perceptions of unfairness, which lowers trust in the system. Additionally, legal worries may cause data hoarding, leading to weak feedback and missed opportunities for improvement.</a:t>
            </a:r>
          </a:p>
        </p:txBody>
      </p:sp>
      <p:sp>
        <p:nvSpPr>
          <p:cNvPr id="4" name="Slide Number Placeholder 3"/>
          <p:cNvSpPr>
            <a:spLocks noGrp="1"/>
          </p:cNvSpPr>
          <p:nvPr>
            <p:ph type="sldNum" sz="quarter" idx="5"/>
          </p:nvPr>
        </p:nvSpPr>
        <p:spPr/>
        <p:txBody>
          <a:bodyPr/>
          <a:lstStyle/>
          <a:p>
            <a:fld id="{A5DF9C66-9B09-4644-B7E9-1C6DEC139B0A}" type="slidenum">
              <a:rPr lang="en-US" smtClean="0"/>
              <a:t>8</a:t>
            </a:fld>
            <a:endParaRPr lang="en-US"/>
          </a:p>
        </p:txBody>
      </p:sp>
    </p:spTree>
    <p:extLst>
      <p:ext uri="{BB962C8B-B14F-4D97-AF65-F5344CB8AC3E}">
        <p14:creationId xmlns:p14="http://schemas.microsoft.com/office/powerpoint/2010/main" val="388208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654" y="1447801"/>
            <a:ext cx="8823360" cy="3329581"/>
          </a:xfrm>
        </p:spPr>
        <p:txBody>
          <a:bodyPr anchor="b"/>
          <a:lstStyle>
            <a:lvl1pPr>
              <a:defRPr sz="7198"/>
            </a:lvl1pPr>
          </a:lstStyle>
          <a:p>
            <a:r>
              <a:rPr lang="en-US"/>
              <a:t>Click to edit Master title style</a:t>
            </a:r>
            <a:endParaRPr lang="en-US" dirty="0"/>
          </a:p>
        </p:txBody>
      </p:sp>
      <p:sp>
        <p:nvSpPr>
          <p:cNvPr id="3" name="Subtitle 2"/>
          <p:cNvSpPr>
            <a:spLocks noGrp="1"/>
          </p:cNvSpPr>
          <p:nvPr>
            <p:ph type="subTitle" idx="1"/>
          </p:nvPr>
        </p:nvSpPr>
        <p:spPr>
          <a:xfrm>
            <a:off x="1154654" y="4777380"/>
            <a:ext cx="8823360" cy="861420"/>
          </a:xfrm>
        </p:spPr>
        <p:txBody>
          <a:bodyPr anchor="t"/>
          <a:lstStyle>
            <a:lvl1pPr marL="0" indent="0" algn="l">
              <a:buNone/>
              <a:defRPr cap="all">
                <a:solidFill>
                  <a:schemeClr val="bg2">
                    <a:lumMod val="40000"/>
                    <a:lumOff val="6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5947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0763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656" y="2861734"/>
            <a:ext cx="8823359" cy="1915647"/>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0" cy="860400"/>
          </a:xfrm>
        </p:spPr>
        <p:txBody>
          <a:bodyPr anchor="t"/>
          <a:lstStyle>
            <a:lvl1pPr marL="0" indent="0" algn="l">
              <a:buNone/>
              <a:defRPr sz="1999" cap="all">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4733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025" y="2060576"/>
            <a:ext cx="4395194" cy="4195763"/>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3021" y="2056093"/>
            <a:ext cx="4395196" cy="4200245"/>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1888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026" y="1905000"/>
            <a:ext cx="4395193"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025"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3023" y="1905000"/>
            <a:ext cx="439519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3023" y="2514600"/>
            <a:ext cx="4395194" cy="3741738"/>
          </a:xfrm>
        </p:spPr>
        <p:txBody>
          <a:bodyPr>
            <a:normAutofit/>
          </a:bodyPr>
          <a:lstStyle>
            <a:lvl1pPr>
              <a:defRPr sz="1799"/>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3533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340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344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2" y="1447800"/>
            <a:ext cx="3400178" cy="1447800"/>
          </a:xfrm>
        </p:spPr>
        <p:txBody>
          <a:bodyPr anchor="b"/>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4783370" y="1447800"/>
            <a:ext cx="5194644" cy="4572000"/>
          </a:xfrm>
        </p:spPr>
        <p:txBody>
          <a:bodyPr anchor="ctr">
            <a:normAutofit/>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653" y="3129281"/>
            <a:ext cx="3400177" cy="2895599"/>
          </a:xfrm>
        </p:spPr>
        <p:txBody>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5731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606" y="1854192"/>
            <a:ext cx="5091580" cy="1574808"/>
          </a:xfrm>
        </p:spPr>
        <p:txBody>
          <a:bodyPr anchor="b">
            <a:normAutofit/>
          </a:bodyPr>
          <a:lstStyle>
            <a:lvl1pPr algn="l">
              <a:defRPr sz="35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7736" y="1143000"/>
            <a:ext cx="3199567"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4" y="3657600"/>
            <a:ext cx="5083655" cy="1371600"/>
          </a:xfrm>
        </p:spPr>
        <p:txBody>
          <a:bodyPr>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8996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6" y="4800587"/>
            <a:ext cx="8823359"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654" y="685800"/>
            <a:ext cx="8823360"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655" y="5367325"/>
            <a:ext cx="8823358" cy="493712"/>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5002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654" y="1447800"/>
            <a:ext cx="8823361" cy="1981200"/>
          </a:xfrm>
        </p:spPr>
        <p:txBody>
          <a:bodyPr/>
          <a:lstStyle>
            <a:lvl1pPr>
              <a:defRPr sz="4799"/>
            </a:lvl1pPr>
          </a:lstStyle>
          <a:p>
            <a:r>
              <a:rPr lang="en-US"/>
              <a:t>Click to edit Master title style</a:t>
            </a:r>
            <a:endParaRPr lang="en-US" dirty="0"/>
          </a:p>
        </p:txBody>
      </p:sp>
      <p:sp>
        <p:nvSpPr>
          <p:cNvPr id="8" name="Text Placeholder 3"/>
          <p:cNvSpPr>
            <a:spLocks noGrp="1"/>
          </p:cNvSpPr>
          <p:nvPr>
            <p:ph type="body" sz="half" idx="2"/>
          </p:nvPr>
        </p:nvSpPr>
        <p:spPr>
          <a:xfrm>
            <a:off x="1154654" y="3657600"/>
            <a:ext cx="8823361" cy="23622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1233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391" y="1447800"/>
            <a:ext cx="7997232" cy="2323374"/>
          </a:xfrm>
        </p:spPr>
        <p:txBody>
          <a:bodyPr/>
          <a:lstStyle>
            <a:lvl1pPr>
              <a:defRPr sz="4799"/>
            </a:lvl1pPr>
          </a:lstStyle>
          <a:p>
            <a:r>
              <a:rPr lang="en-US"/>
              <a:t>Click to edit Master title style</a:t>
            </a:r>
            <a:endParaRPr lang="en-US" dirty="0"/>
          </a:p>
        </p:txBody>
      </p:sp>
      <p:sp>
        <p:nvSpPr>
          <p:cNvPr id="11" name="Text Placeholder 3"/>
          <p:cNvSpPr>
            <a:spLocks noGrp="1"/>
          </p:cNvSpPr>
          <p:nvPr>
            <p:ph type="body" sz="half" idx="14"/>
          </p:nvPr>
        </p:nvSpPr>
        <p:spPr>
          <a:xfrm>
            <a:off x="1929898" y="3771174"/>
            <a:ext cx="7277753"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654" y="4350657"/>
            <a:ext cx="8823361" cy="1676400"/>
          </a:xfrm>
        </p:spPr>
        <p:txBody>
          <a:bodyPr anchor="ctr">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061" y="971253"/>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
        <p:nvSpPr>
          <p:cNvPr id="15" name="TextBox 14"/>
          <p:cNvSpPr txBox="1"/>
          <p:nvPr/>
        </p:nvSpPr>
        <p:spPr>
          <a:xfrm>
            <a:off x="9328060" y="2613787"/>
            <a:ext cx="801703"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196" dirty="0"/>
              <a:t>”</a:t>
            </a:r>
          </a:p>
        </p:txBody>
      </p:sp>
    </p:spTree>
    <p:extLst>
      <p:ext uri="{BB962C8B-B14F-4D97-AF65-F5344CB8AC3E}">
        <p14:creationId xmlns:p14="http://schemas.microsoft.com/office/powerpoint/2010/main" val="2669318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653" y="3124201"/>
            <a:ext cx="8823362" cy="1653180"/>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1154654" y="4777381"/>
            <a:ext cx="8823361" cy="860400"/>
          </a:xfrm>
        </p:spPr>
        <p:txBody>
          <a:bodyPr anchor="t"/>
          <a:lstStyle>
            <a:lvl1pPr marL="0" indent="0" algn="l">
              <a:buNone/>
              <a:defRPr sz="1999" cap="none">
                <a:solidFill>
                  <a:schemeClr val="bg2">
                    <a:lumMod val="40000"/>
                    <a:lumOff val="6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454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32782" y="1981200"/>
            <a:ext cx="294609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293" y="2667000"/>
            <a:ext cx="2926588"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2648" y="1981200"/>
            <a:ext cx="2935476"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2097" y="2667000"/>
            <a:ext cx="2946027"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1981200"/>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2845" y="2667000"/>
            <a:ext cx="2931349" cy="3589338"/>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7" name="Straight Connector 16"/>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0585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199"/>
            </a:lvl1pPr>
          </a:lstStyle>
          <a:p>
            <a:r>
              <a:rPr lang="en-US"/>
              <a:t>Click to edit Master title style</a:t>
            </a:r>
            <a:endParaRPr lang="en-US" dirty="0"/>
          </a:p>
        </p:txBody>
      </p:sp>
      <p:sp>
        <p:nvSpPr>
          <p:cNvPr id="3" name="Text Placeholder 2"/>
          <p:cNvSpPr>
            <a:spLocks noGrp="1"/>
          </p:cNvSpPr>
          <p:nvPr>
            <p:ph type="body" idx="1"/>
          </p:nvPr>
        </p:nvSpPr>
        <p:spPr>
          <a:xfrm>
            <a:off x="652293" y="4250949"/>
            <a:ext cx="2939284"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293" y="2209800"/>
            <a:ext cx="293928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293" y="4827212"/>
            <a:ext cx="2939284"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8363" y="4250949"/>
            <a:ext cx="2929762"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8362" y="2209800"/>
            <a:ext cx="292976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7009" y="4827211"/>
            <a:ext cx="293364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2845" y="4250949"/>
            <a:ext cx="2931349" cy="576262"/>
          </a:xfrm>
        </p:spPr>
        <p:txBody>
          <a:bodyPr anchor="b">
            <a:noAutofit/>
          </a:bodyPr>
          <a:lstStyle>
            <a:lvl1pPr marL="0" indent="0">
              <a:buNone/>
              <a:defRPr sz="2399" b="0">
                <a:solidFill>
                  <a:schemeClr val="bg2">
                    <a:lumMod val="40000"/>
                    <a:lumOff val="60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2844" y="2209800"/>
            <a:ext cx="2931349"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2720" y="4827209"/>
            <a:ext cx="2935232" cy="659189"/>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cxnSp>
        <p:nvCxnSpPr>
          <p:cNvPr id="19" name="Straight Connector 18"/>
          <p:cNvCxnSpPr/>
          <p:nvPr/>
        </p:nvCxnSpPr>
        <p:spPr>
          <a:xfrm>
            <a:off x="372517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0414"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9284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8034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2050" y="430214"/>
            <a:ext cx="1752145"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294" y="887414"/>
            <a:ext cx="7421216"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0940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6"/>
            <a:ext cx="4035961"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8"/>
            <a:ext cx="1522016" cy="2365453"/>
          </a:xfrm>
          <a:prstGeom prst="rect">
            <a:avLst/>
          </a:prstGeom>
        </p:spPr>
      </p:pic>
      <p:sp>
        <p:nvSpPr>
          <p:cNvPr id="16" name="Oval 15"/>
          <p:cNvSpPr/>
          <p:nvPr/>
        </p:nvSpPr>
        <p:spPr>
          <a:xfrm>
            <a:off x="8606770" y="1676400"/>
            <a:ext cx="2818666"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7330" y="1"/>
            <a:ext cx="1602969"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3637" y="6096000"/>
            <a:ext cx="993475" cy="762000"/>
          </a:xfrm>
          <a:prstGeom prst="rect">
            <a:avLst/>
          </a:prstGeom>
        </p:spPr>
      </p:pic>
      <p:sp>
        <p:nvSpPr>
          <p:cNvPr id="14" name="Rectangle 13"/>
          <p:cNvSpPr/>
          <p:nvPr/>
        </p:nvSpPr>
        <p:spPr>
          <a:xfrm>
            <a:off x="10435094" y="0"/>
            <a:ext cx="685621"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5943" y="452718"/>
            <a:ext cx="9402274"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025" y="2052919"/>
            <a:ext cx="894421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2866" y="1790741"/>
            <a:ext cx="990599" cy="304720"/>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11/16/2025</a:t>
            </a:fld>
            <a:endParaRPr lang="en-US"/>
          </a:p>
        </p:txBody>
      </p:sp>
      <p:sp>
        <p:nvSpPr>
          <p:cNvPr id="5" name="Footer Placeholder 4"/>
          <p:cNvSpPr>
            <a:spLocks noGrp="1"/>
          </p:cNvSpPr>
          <p:nvPr>
            <p:ph type="ftr" sz="quarter" idx="3"/>
          </p:nvPr>
        </p:nvSpPr>
        <p:spPr>
          <a:xfrm rot="5400000">
            <a:off x="8948740" y="3225337"/>
            <a:ext cx="3859795" cy="304722"/>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49844" y="295730"/>
            <a:ext cx="837981" cy="767687"/>
          </a:xfrm>
          <a:prstGeom prst="rect">
            <a:avLst/>
          </a:prstGeom>
        </p:spPr>
        <p:txBody>
          <a:bodyPr vert="horz" lIns="91440" tIns="45720" rIns="91440" bIns="45720" rtlCol="0" anchor="b"/>
          <a:lstStyle>
            <a:lvl1pPr algn="ctr">
              <a:defRPr sz="2799"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4619265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063" rtl="0" eaLnBrk="1" latinLnBrk="0" hangingPunct="1">
        <a:spcBef>
          <a:spcPct val="0"/>
        </a:spcBef>
        <a:buNone/>
        <a:defRPr sz="4199"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bg2">
            <a:lumMod val="40000"/>
            <a:lumOff val="60000"/>
          </a:schemeClr>
        </a:buClr>
        <a:buSzPct val="80000"/>
        <a:buFont typeface="Wingdings 3" charset="2"/>
        <a:buChar char=""/>
        <a:defRPr sz="1999" b="0" i="0" kern="1200">
          <a:solidFill>
            <a:schemeClr val="tx1"/>
          </a:solidFill>
          <a:latin typeface="+mj-lt"/>
          <a:ea typeface="+mj-ea"/>
          <a:cs typeface="+mj-cs"/>
        </a:defRPr>
      </a:lvl1pPr>
      <a:lvl2pPr marL="742727" indent="-285664" algn="l" defTabSz="457063" rtl="0" eaLnBrk="1" latinLnBrk="0" hangingPunct="1">
        <a:spcBef>
          <a:spcPts val="1000"/>
        </a:spcBef>
        <a:spcAft>
          <a:spcPts val="0"/>
        </a:spcAft>
        <a:buClr>
          <a:schemeClr val="bg2">
            <a:lumMod val="40000"/>
            <a:lumOff val="60000"/>
          </a:schemeClr>
        </a:buClr>
        <a:buSzPct val="80000"/>
        <a:buFont typeface="Wingdings 3" charset="2"/>
        <a:buChar char=""/>
        <a:defRPr sz="1799" b="0" i="0" kern="1200">
          <a:solidFill>
            <a:schemeClr val="tx1"/>
          </a:solidFill>
          <a:latin typeface="+mj-lt"/>
          <a:ea typeface="+mj-ea"/>
          <a:cs typeface="+mj-cs"/>
        </a:defRPr>
      </a:lvl2pPr>
      <a:lvl3pPr marL="1142657"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599720"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6783"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24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0908"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7971"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5034" indent="-228531" algn="l" defTabSz="457063"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3.jpeg"/><Relationship Id="rId7" Type="http://schemas.openxmlformats.org/officeDocument/2006/relationships/diagramColors" Target="../diagrams/colors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descr="Red ropes on a red surface">
            <a:extLst>
              <a:ext uri="{FF2B5EF4-FFF2-40B4-BE49-F238E27FC236}">
                <a16:creationId xmlns:a16="http://schemas.microsoft.com/office/drawing/2014/main" id="{CCEC94D7-28AF-0B93-0E8D-626DA539DAF6}"/>
              </a:ext>
            </a:extLst>
          </p:cNvPr>
          <p:cNvPicPr>
            <a:picLocks noChangeAspect="1"/>
          </p:cNvPicPr>
          <p:nvPr/>
        </p:nvPicPr>
        <p:blipFill>
          <a:blip r:embed="rId3">
            <a:duotone>
              <a:prstClr val="black"/>
              <a:schemeClr val="accent5">
                <a:tint val="45000"/>
                <a:satMod val="400000"/>
              </a:schemeClr>
            </a:duotone>
            <a:alphaModFix amt="25000"/>
          </a:blip>
          <a:srcRect t="6226"/>
          <a:stretch>
            <a:fillRect/>
          </a:stretch>
        </p:blipFill>
        <p:spPr>
          <a:xfrm>
            <a:off x="20" y="10"/>
            <a:ext cx="12188805" cy="6857990"/>
          </a:xfrm>
          <a:prstGeom prst="rect">
            <a:avLst/>
          </a:prstGeom>
        </p:spPr>
      </p:pic>
      <p:sp>
        <p:nvSpPr>
          <p:cNvPr id="2" name="Title 1"/>
          <p:cNvSpPr>
            <a:spLocks noGrp="1"/>
          </p:cNvSpPr>
          <p:nvPr>
            <p:ph type="ctrTitle"/>
          </p:nvPr>
        </p:nvSpPr>
        <p:spPr>
          <a:xfrm>
            <a:off x="1154654" y="1447800"/>
            <a:ext cx="8823359" cy="3329581"/>
          </a:xfrm>
        </p:spPr>
        <p:txBody>
          <a:bodyPr>
            <a:normAutofit fontScale="90000"/>
          </a:bodyPr>
          <a:lstStyle/>
          <a:p>
            <a:r>
              <a:rPr lang="en-US" b="1" dirty="0"/>
              <a:t>Security Controls in Shared Source Code Repositories</a:t>
            </a:r>
            <a:endParaRPr lang="en-US" dirty="0"/>
          </a:p>
        </p:txBody>
      </p:sp>
      <p:sp>
        <p:nvSpPr>
          <p:cNvPr id="3" name="Subtitle 2"/>
          <p:cNvSpPr>
            <a:spLocks noGrp="1"/>
          </p:cNvSpPr>
          <p:nvPr>
            <p:ph type="subTitle" idx="1"/>
          </p:nvPr>
        </p:nvSpPr>
        <p:spPr>
          <a:xfrm>
            <a:off x="1154654" y="4777380"/>
            <a:ext cx="8823359" cy="861420"/>
          </a:xfrm>
        </p:spPr>
        <p:txBody>
          <a:bodyPr>
            <a:normAutofit fontScale="70000" lnSpcReduction="20000"/>
          </a:bodyPr>
          <a:lstStyle/>
          <a:p>
            <a:r>
              <a:rPr lang="en-US" dirty="0"/>
              <a:t>Jason Luttrell</a:t>
            </a:r>
          </a:p>
          <a:p>
            <a:r>
              <a:rPr lang="en-US" dirty="0"/>
              <a:t>Csd-380 module 11</a:t>
            </a:r>
          </a:p>
          <a:p>
            <a:r>
              <a:rPr lang="en-US" dirty="0"/>
              <a:t>11/16/25</a:t>
            </a:r>
            <a:endParaRPr dirty="0"/>
          </a:p>
        </p:txBody>
      </p:sp>
      <p:sp>
        <p:nvSpPr>
          <p:cNvPr id="9" name="Rectangle 8">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5093" y="0"/>
            <a:ext cx="685622"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Repository Security Matters</a:t>
            </a:r>
            <a:endParaRPr dirty="0"/>
          </a:p>
        </p:txBody>
      </p:sp>
      <p:graphicFrame>
        <p:nvGraphicFramePr>
          <p:cNvPr id="12" name="Rectangle 3">
            <a:extLst>
              <a:ext uri="{FF2B5EF4-FFF2-40B4-BE49-F238E27FC236}">
                <a16:creationId xmlns:a16="http://schemas.microsoft.com/office/drawing/2014/main" id="{6C83AA0D-91E2-4F28-CFF8-7793D2E0D81E}"/>
              </a:ext>
            </a:extLst>
          </p:cNvPr>
          <p:cNvGraphicFramePr>
            <a:graphicFrameLocks noGrp="1"/>
          </p:cNvGraphicFramePr>
          <p:nvPr>
            <p:ph idx="1"/>
            <p:extLst>
              <p:ext uri="{D42A27DB-BD31-4B8C-83A1-F6EECF244321}">
                <p14:modId xmlns:p14="http://schemas.microsoft.com/office/powerpoint/2010/main" val="4153066083"/>
              </p:ext>
            </p:extLst>
          </p:nvPr>
        </p:nvGraphicFramePr>
        <p:xfrm>
          <a:off x="1103025" y="2052919"/>
          <a:ext cx="8944211"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669E3-0D3E-266A-59FE-326568BFB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6205B-4F01-A88D-CB9C-B277617A543E}"/>
              </a:ext>
            </a:extLst>
          </p:cNvPr>
          <p:cNvSpPr>
            <a:spLocks noGrp="1"/>
          </p:cNvSpPr>
          <p:nvPr>
            <p:ph type="title"/>
          </p:nvPr>
        </p:nvSpPr>
        <p:spPr/>
        <p:txBody>
          <a:bodyPr/>
          <a:lstStyle/>
          <a:p>
            <a:r>
              <a:rPr lang="en-US" dirty="0"/>
              <a:t>Access Control &amp; Identity</a:t>
            </a:r>
            <a:endParaRPr dirty="0"/>
          </a:p>
        </p:txBody>
      </p:sp>
      <p:graphicFrame>
        <p:nvGraphicFramePr>
          <p:cNvPr id="9" name="Rectangle 1">
            <a:extLst>
              <a:ext uri="{FF2B5EF4-FFF2-40B4-BE49-F238E27FC236}">
                <a16:creationId xmlns:a16="http://schemas.microsoft.com/office/drawing/2014/main" id="{8B0FE786-DCBE-2553-6392-E0885CA34E87}"/>
              </a:ext>
            </a:extLst>
          </p:cNvPr>
          <p:cNvGraphicFramePr>
            <a:graphicFrameLocks noGrp="1"/>
          </p:cNvGraphicFramePr>
          <p:nvPr>
            <p:ph idx="1"/>
            <p:extLst>
              <p:ext uri="{D42A27DB-BD31-4B8C-83A1-F6EECF244321}">
                <p14:modId xmlns:p14="http://schemas.microsoft.com/office/powerpoint/2010/main" val="3114880356"/>
              </p:ext>
            </p:extLst>
          </p:nvPr>
        </p:nvGraphicFramePr>
        <p:xfrm>
          <a:off x="1103025" y="2052919"/>
          <a:ext cx="8944211" cy="4195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7926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81005" y="629266"/>
            <a:ext cx="4766229" cy="1641986"/>
          </a:xfrm>
        </p:spPr>
        <p:txBody>
          <a:bodyPr>
            <a:normAutofit/>
          </a:bodyPr>
          <a:lstStyle/>
          <a:p>
            <a:r>
              <a:rPr lang="en-US" dirty="0"/>
              <a:t>Protecting Secrets</a:t>
            </a:r>
            <a:endParaRPr dirty="0"/>
          </a:p>
        </p:txBody>
      </p:sp>
      <p:pic>
        <p:nvPicPr>
          <p:cNvPr id="9" name="Picture 8" descr="Padlock on computer motherboard">
            <a:extLst>
              <a:ext uri="{FF2B5EF4-FFF2-40B4-BE49-F238E27FC236}">
                <a16:creationId xmlns:a16="http://schemas.microsoft.com/office/drawing/2014/main" id="{3475676B-59DA-20EB-44FD-8C8B31ACD2B6}"/>
              </a:ext>
            </a:extLst>
          </p:cNvPr>
          <p:cNvPicPr>
            <a:picLocks noChangeAspect="1"/>
          </p:cNvPicPr>
          <p:nvPr/>
        </p:nvPicPr>
        <p:blipFill>
          <a:blip r:embed="rId3"/>
          <a:srcRect l="21593" r="33308" b="-1"/>
          <a:stretch>
            <a:fillRect/>
          </a:stretch>
        </p:blipFill>
        <p:spPr>
          <a:xfrm>
            <a:off x="20" y="10"/>
            <a:ext cx="4633452" cy="6857990"/>
          </a:xfrm>
          <a:prstGeom prst="rect">
            <a:avLst/>
          </a:prstGeom>
        </p:spPr>
      </p:pic>
      <p:graphicFrame>
        <p:nvGraphicFramePr>
          <p:cNvPr id="13" name="Rectangle 1">
            <a:extLst>
              <a:ext uri="{FF2B5EF4-FFF2-40B4-BE49-F238E27FC236}">
                <a16:creationId xmlns:a16="http://schemas.microsoft.com/office/drawing/2014/main" id="{BC81429D-66F2-1FE6-1D99-65C553E6B642}"/>
              </a:ext>
            </a:extLst>
          </p:cNvPr>
          <p:cNvGraphicFramePr>
            <a:graphicFrameLocks noGrp="1"/>
          </p:cNvGraphicFramePr>
          <p:nvPr>
            <p:ph idx="1"/>
          </p:nvPr>
        </p:nvGraphicFramePr>
        <p:xfrm>
          <a:off x="5281005" y="2438400"/>
          <a:ext cx="4766229" cy="38099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5942" y="452718"/>
            <a:ext cx="9402274" cy="1400530"/>
          </a:xfrm>
        </p:spPr>
        <p:txBody>
          <a:bodyPr>
            <a:normAutofit/>
          </a:bodyPr>
          <a:lstStyle/>
          <a:p>
            <a:r>
              <a:rPr lang="en-US" dirty="0"/>
              <a:t>Branch Protection &amp; Code Review</a:t>
            </a:r>
            <a:endParaRPr dirty="0"/>
          </a:p>
        </p:txBody>
      </p:sp>
      <p:graphicFrame>
        <p:nvGraphicFramePr>
          <p:cNvPr id="8" name="Rectangle 2">
            <a:extLst>
              <a:ext uri="{FF2B5EF4-FFF2-40B4-BE49-F238E27FC236}">
                <a16:creationId xmlns:a16="http://schemas.microsoft.com/office/drawing/2014/main" id="{5DAFED4B-FCC1-EBE7-17E0-BF82F3E1F7F1}"/>
              </a:ext>
            </a:extLst>
          </p:cNvPr>
          <p:cNvGraphicFramePr>
            <a:graphicFrameLocks noGrp="1"/>
          </p:cNvGraphicFramePr>
          <p:nvPr>
            <p:ph idx="1"/>
            <p:extLst>
              <p:ext uri="{D42A27DB-BD31-4B8C-83A1-F6EECF244321}">
                <p14:modId xmlns:p14="http://schemas.microsoft.com/office/powerpoint/2010/main" val="997466953"/>
              </p:ext>
            </p:extLst>
          </p:nvPr>
        </p:nvGraphicFramePr>
        <p:xfrm>
          <a:off x="645942" y="2140085"/>
          <a:ext cx="9401903" cy="4056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22A6798F-FB86-8B26-1E22-626ACB7B2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CD41F-978E-FAF0-3335-10128F718288}"/>
              </a:ext>
            </a:extLst>
          </p:cNvPr>
          <p:cNvSpPr>
            <a:spLocks noGrp="1"/>
          </p:cNvSpPr>
          <p:nvPr>
            <p:ph type="title"/>
          </p:nvPr>
        </p:nvSpPr>
        <p:spPr>
          <a:xfrm>
            <a:off x="645942" y="452718"/>
            <a:ext cx="9402274" cy="1400530"/>
          </a:xfrm>
        </p:spPr>
        <p:txBody>
          <a:bodyPr>
            <a:normAutofit/>
          </a:bodyPr>
          <a:lstStyle/>
          <a:p>
            <a:r>
              <a:rPr lang="en-US" dirty="0"/>
              <a:t>Automated Scanning &amp; Dependencies</a:t>
            </a:r>
            <a:endParaRPr dirty="0"/>
          </a:p>
        </p:txBody>
      </p:sp>
      <p:graphicFrame>
        <p:nvGraphicFramePr>
          <p:cNvPr id="11" name="Rectangle 1">
            <a:extLst>
              <a:ext uri="{FF2B5EF4-FFF2-40B4-BE49-F238E27FC236}">
                <a16:creationId xmlns:a16="http://schemas.microsoft.com/office/drawing/2014/main" id="{D90316C6-39D6-639E-A8AE-19DEF67191FB}"/>
              </a:ext>
            </a:extLst>
          </p:cNvPr>
          <p:cNvGraphicFramePr/>
          <p:nvPr>
            <p:extLst>
              <p:ext uri="{D42A27DB-BD31-4B8C-83A1-F6EECF244321}">
                <p14:modId xmlns:p14="http://schemas.microsoft.com/office/powerpoint/2010/main" val="2679314824"/>
              </p:ext>
            </p:extLst>
          </p:nvPr>
        </p:nvGraphicFramePr>
        <p:xfrm>
          <a:off x="645942" y="2237362"/>
          <a:ext cx="9401903" cy="404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2467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5942" y="452718"/>
            <a:ext cx="9402274" cy="1400530"/>
          </a:xfrm>
        </p:spPr>
        <p:txBody>
          <a:bodyPr>
            <a:normAutofit/>
          </a:bodyPr>
          <a:lstStyle/>
          <a:p>
            <a:r>
              <a:rPr lang="en-US" dirty="0"/>
              <a:t>Secure CI/CD &amp; Repository Configuration</a:t>
            </a:r>
            <a:endParaRPr dirty="0"/>
          </a:p>
        </p:txBody>
      </p:sp>
      <p:graphicFrame>
        <p:nvGraphicFramePr>
          <p:cNvPr id="6" name="Rectangle 1">
            <a:extLst>
              <a:ext uri="{FF2B5EF4-FFF2-40B4-BE49-F238E27FC236}">
                <a16:creationId xmlns:a16="http://schemas.microsoft.com/office/drawing/2014/main" id="{956E235D-BFFE-F274-4AE7-972F23BA50EE}"/>
              </a:ext>
            </a:extLst>
          </p:cNvPr>
          <p:cNvGraphicFramePr>
            <a:graphicFrameLocks noGrp="1"/>
          </p:cNvGraphicFramePr>
          <p:nvPr>
            <p:ph idx="1"/>
            <p:extLst>
              <p:ext uri="{D42A27DB-BD31-4B8C-83A1-F6EECF244321}">
                <p14:modId xmlns:p14="http://schemas.microsoft.com/office/powerpoint/2010/main" val="2015980110"/>
              </p:ext>
            </p:extLst>
          </p:nvPr>
        </p:nvGraphicFramePr>
        <p:xfrm>
          <a:off x="645942" y="2237362"/>
          <a:ext cx="9401903" cy="404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5960" cy="4188315"/>
          </a:xfrm>
          <a:prstGeom prst="rect">
            <a:avLst/>
          </a:prstGeom>
        </p:spPr>
      </p:pic>
      <p:pic>
        <p:nvPicPr>
          <p:cNvPr id="27" name="Picture 26">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015" cy="2365453"/>
          </a:xfrm>
          <a:prstGeom prst="rect">
            <a:avLst/>
          </a:prstGeom>
        </p:spPr>
      </p:pic>
      <p:sp>
        <p:nvSpPr>
          <p:cNvPr id="29" name="Oval 28">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770" y="1676400"/>
            <a:ext cx="2818665"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1" name="Picture 30">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7328" y="0"/>
            <a:ext cx="1602970" cy="1141407"/>
          </a:xfrm>
          <a:prstGeom prst="rect">
            <a:avLst/>
          </a:prstGeom>
        </p:spPr>
      </p:pic>
      <p:pic>
        <p:nvPicPr>
          <p:cNvPr id="33" name="Picture 32">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3636" y="6096000"/>
            <a:ext cx="993476" cy="762000"/>
          </a:xfrm>
          <a:prstGeom prst="rect">
            <a:avLst/>
          </a:prstGeom>
        </p:spPr>
      </p:pic>
      <p:sp>
        <p:nvSpPr>
          <p:cNvPr id="35" name="Rectangle 34">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5093" y="0"/>
            <a:ext cx="685622"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796F15-B685-B0EA-578C-974F4937D815}"/>
              </a:ext>
            </a:extLst>
          </p:cNvPr>
          <p:cNvSpPr>
            <a:spLocks noGrp="1"/>
          </p:cNvSpPr>
          <p:nvPr>
            <p:ph type="title"/>
          </p:nvPr>
        </p:nvSpPr>
        <p:spPr>
          <a:xfrm>
            <a:off x="648761" y="629266"/>
            <a:ext cx="6186578" cy="1622321"/>
          </a:xfrm>
        </p:spPr>
        <p:txBody>
          <a:bodyPr vert="horz" lIns="91440" tIns="45720" rIns="91440" bIns="45720" rtlCol="0" anchor="t">
            <a:normAutofit/>
          </a:bodyPr>
          <a:lstStyle/>
          <a:p>
            <a:pPr defTabSz="457200"/>
            <a:r>
              <a:rPr lang="en-US" dirty="0"/>
              <a:t>Monitoring, Audit &amp; Governance</a:t>
            </a:r>
            <a:endParaRPr lang="en-US" sz="4200" dirty="0">
              <a:solidFill>
                <a:srgbClr val="EBEBEB"/>
              </a:solidFill>
            </a:endParaRPr>
          </a:p>
        </p:txBody>
      </p:sp>
      <p:sp>
        <p:nvSpPr>
          <p:cNvPr id="4" name="Content Placeholder 3">
            <a:extLst>
              <a:ext uri="{FF2B5EF4-FFF2-40B4-BE49-F238E27FC236}">
                <a16:creationId xmlns:a16="http://schemas.microsoft.com/office/drawing/2014/main" id="{53CDA1C5-7CFD-5B16-E9D6-68858444495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8761" y="2438400"/>
            <a:ext cx="6186577" cy="3785419"/>
          </a:xfrm>
        </p:spPr>
        <p:txBody>
          <a:bodyPr>
            <a:normAutofit/>
          </a:bodyPr>
          <a:lstStyle/>
          <a:p>
            <a:r>
              <a:rPr lang="en-US" sz="1400" dirty="0"/>
              <a:t>Enable </a:t>
            </a:r>
            <a:r>
              <a:rPr lang="en-US" sz="1400" b="1" dirty="0"/>
              <a:t>audit logging</a:t>
            </a:r>
            <a:r>
              <a:rPr lang="en-US" sz="1400" dirty="0"/>
              <a:t> for clones, pushes, permission changes (NCSC)</a:t>
            </a:r>
          </a:p>
          <a:p>
            <a:r>
              <a:rPr lang="en-US" sz="1400" dirty="0"/>
              <a:t>Monitor alerts from </a:t>
            </a:r>
            <a:r>
              <a:rPr lang="en-US" sz="1400" b="1" dirty="0"/>
              <a:t>secret scanning, SAST, dependency scanning</a:t>
            </a:r>
            <a:r>
              <a:rPr lang="en-US" sz="1400" dirty="0"/>
              <a:t> (GitHub Docs)</a:t>
            </a:r>
          </a:p>
          <a:p>
            <a:r>
              <a:rPr lang="en-US" sz="1400" dirty="0"/>
              <a:t>Define a </a:t>
            </a:r>
            <a:r>
              <a:rPr lang="en-US" sz="1400" b="1" dirty="0"/>
              <a:t>repository security policy</a:t>
            </a:r>
            <a:r>
              <a:rPr lang="en-US" sz="1400" dirty="0"/>
              <a:t> (naming, creation rules, defaults) (Endpoint Protector)</a:t>
            </a:r>
          </a:p>
          <a:p>
            <a:r>
              <a:rPr lang="en-US" sz="1400" dirty="0"/>
              <a:t>Train developers on </a:t>
            </a:r>
            <a:r>
              <a:rPr lang="en-US" sz="1400" b="1" dirty="0"/>
              <a:t>secure coding and repo hygiene</a:t>
            </a:r>
            <a:r>
              <a:rPr lang="en-US" sz="1400" dirty="0"/>
              <a:t> (OWASP)</a:t>
            </a:r>
          </a:p>
          <a:p>
            <a:pPr marL="0" indent="0">
              <a:spcBef>
                <a:spcPts val="2500"/>
              </a:spcBef>
              <a:buFont typeface="Arial" panose="020B0604020202020204" pitchFamily="34" charset="0"/>
              <a:buNone/>
            </a:pPr>
            <a:endParaRPr lang="en-US" sz="1400" dirty="0">
              <a:solidFill>
                <a:srgbClr val="FFFFFF"/>
              </a:solidFill>
            </a:endParaRPr>
          </a:p>
        </p:txBody>
      </p:sp>
      <p:sp>
        <p:nvSpPr>
          <p:cNvPr id="39"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4146" y="-1"/>
            <a:ext cx="559327"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Content Placeholder 4" descr="Furious couple arguing about finance in the kitchen">
            <a:extLst>
              <a:ext uri="{FF2B5EF4-FFF2-40B4-BE49-F238E27FC236}">
                <a16:creationId xmlns:a16="http://schemas.microsoft.com/office/drawing/2014/main" id="{3179352B-6283-4EF4-BFB8-31AC10CAD585}"/>
              </a:ext>
            </a:extLst>
          </p:cNvPr>
          <p:cNvPicPr>
            <a:picLocks noGrp="1" noChangeAspect="1"/>
          </p:cNvPicPr>
          <p:nvPr>
            <p:ph sz="half" idx="1"/>
          </p:nvPr>
        </p:nvPicPr>
        <p:blipFill>
          <a:blip r:embed="rId8"/>
          <a:srcRect l="10966" r="40738" b="-2"/>
          <a:stretch>
            <a:fillRect/>
          </a:stretch>
        </p:blipFill>
        <p:spPr>
          <a:xfrm>
            <a:off x="7227292" y="1"/>
            <a:ext cx="4961952"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90559877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454A699-8904-709A-C34D-2A61A037B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6D740-97FA-0CF8-DEC0-F5FEAE0223EA}"/>
              </a:ext>
            </a:extLst>
          </p:cNvPr>
          <p:cNvSpPr>
            <a:spLocks noGrp="1"/>
          </p:cNvSpPr>
          <p:nvPr>
            <p:ph type="title"/>
          </p:nvPr>
        </p:nvSpPr>
        <p:spPr>
          <a:xfrm>
            <a:off x="645942" y="452718"/>
            <a:ext cx="9402274" cy="1400530"/>
          </a:xfrm>
        </p:spPr>
        <p:txBody>
          <a:bodyPr>
            <a:normAutofit/>
          </a:bodyPr>
          <a:lstStyle/>
          <a:p>
            <a:r>
              <a:rPr lang="en-US" dirty="0"/>
              <a:t>Key Takeaways</a:t>
            </a:r>
            <a:endParaRPr dirty="0"/>
          </a:p>
        </p:txBody>
      </p:sp>
      <p:graphicFrame>
        <p:nvGraphicFramePr>
          <p:cNvPr id="6" name="Rectangle 1">
            <a:extLst>
              <a:ext uri="{FF2B5EF4-FFF2-40B4-BE49-F238E27FC236}">
                <a16:creationId xmlns:a16="http://schemas.microsoft.com/office/drawing/2014/main" id="{61823AB1-BDE4-96F1-FB3E-252D3F0BDD44}"/>
              </a:ext>
            </a:extLst>
          </p:cNvPr>
          <p:cNvGraphicFramePr>
            <a:graphicFrameLocks noGrp="1"/>
          </p:cNvGraphicFramePr>
          <p:nvPr>
            <p:ph idx="1"/>
            <p:extLst>
              <p:ext uri="{D42A27DB-BD31-4B8C-83A1-F6EECF244321}">
                <p14:modId xmlns:p14="http://schemas.microsoft.com/office/powerpoint/2010/main" val="1798549747"/>
              </p:ext>
            </p:extLst>
          </p:nvPr>
        </p:nvGraphicFramePr>
        <p:xfrm>
          <a:off x="645942" y="2237362"/>
          <a:ext cx="9401903" cy="404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6389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410521" y="452718"/>
            <a:ext cx="4637695" cy="1400530"/>
          </a:xfrm>
        </p:spPr>
        <p:txBody>
          <a:bodyPr>
            <a:normAutofit/>
          </a:bodyPr>
          <a:lstStyle/>
          <a:p>
            <a:r>
              <a:rPr dirty="0"/>
              <a:t>References</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7169" y="-1573"/>
            <a:ext cx="559326"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nalog board showing flight information">
            <a:extLst>
              <a:ext uri="{FF2B5EF4-FFF2-40B4-BE49-F238E27FC236}">
                <a16:creationId xmlns:a16="http://schemas.microsoft.com/office/drawing/2014/main" id="{81B1ABB0-2C78-93D6-5E71-D3CC3E427525}"/>
              </a:ext>
            </a:extLst>
          </p:cNvPr>
          <p:cNvPicPr>
            <a:picLocks noChangeAspect="1"/>
          </p:cNvPicPr>
          <p:nvPr/>
        </p:nvPicPr>
        <p:blipFill>
          <a:blip r:embed="rId3"/>
          <a:srcRect l="24068" r="27540" b="-1"/>
          <a:stretch>
            <a:fillRect/>
          </a:stretch>
        </p:blipFill>
        <p:spPr>
          <a:xfrm>
            <a:off x="2" y="10"/>
            <a:ext cx="4971804"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3" name="Rectangle 1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728" y="0"/>
            <a:ext cx="685622"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5409540" y="2052918"/>
            <a:ext cx="4637695" cy="4195481"/>
          </a:xfrm>
        </p:spPr>
        <p:txBody>
          <a:bodyPr>
            <a:normAutofit/>
          </a:bodyPr>
          <a:lstStyle/>
          <a:p>
            <a:pPr>
              <a:lnSpc>
                <a:spcPct val="90000"/>
              </a:lnSpc>
            </a:pPr>
            <a:endParaRPr lang="en-US" sz="1500"/>
          </a:p>
          <a:p>
            <a:pPr>
              <a:lnSpc>
                <a:spcPct val="90000"/>
              </a:lnSpc>
            </a:pPr>
            <a:r>
              <a:rPr lang="en-US" sz="1500"/>
              <a:t>Endpoint Protector. (2023). </a:t>
            </a:r>
            <a:r>
              <a:rPr lang="en-US" sz="1500" i="1"/>
              <a:t>Source code security policy recommendations.</a:t>
            </a:r>
            <a:endParaRPr lang="en-US" sz="1500"/>
          </a:p>
          <a:p>
            <a:pPr>
              <a:lnSpc>
                <a:spcPct val="90000"/>
              </a:lnSpc>
            </a:pPr>
            <a:r>
              <a:rPr lang="en-US" sz="1500"/>
              <a:t>GitHub Documentation. (2024). </a:t>
            </a:r>
            <a:r>
              <a:rPr lang="en-US" sz="1500" i="1"/>
              <a:t>Secret scanning, dependency scanning, and repository security guides.</a:t>
            </a:r>
            <a:endParaRPr lang="en-US" sz="1500"/>
          </a:p>
          <a:p>
            <a:pPr>
              <a:lnSpc>
                <a:spcPct val="90000"/>
              </a:lnSpc>
            </a:pPr>
            <a:r>
              <a:rPr lang="en-US" sz="1500" err="1"/>
              <a:t>NCCoE</a:t>
            </a:r>
            <a:r>
              <a:rPr lang="en-US" sz="1500"/>
              <a:t>. (2023). </a:t>
            </a:r>
            <a:r>
              <a:rPr lang="en-US" sz="1500" i="1" err="1"/>
              <a:t>DevSecOps</a:t>
            </a:r>
            <a:r>
              <a:rPr lang="en-US" sz="1500" i="1"/>
              <a:t> practices and security reference architecture.</a:t>
            </a:r>
            <a:r>
              <a:rPr lang="en-US" sz="1500"/>
              <a:t> National Institute of Standards and Technology.</a:t>
            </a:r>
          </a:p>
          <a:p>
            <a:pPr>
              <a:lnSpc>
                <a:spcPct val="90000"/>
              </a:lnSpc>
            </a:pPr>
            <a:r>
              <a:rPr lang="en-US" sz="1500"/>
              <a:t>NCSC. (2023). </a:t>
            </a:r>
            <a:r>
              <a:rPr lang="en-US" sz="1500" i="1"/>
              <a:t>Secure development and repository security guidance.</a:t>
            </a:r>
            <a:endParaRPr lang="en-US" sz="1500"/>
          </a:p>
          <a:p>
            <a:pPr>
              <a:lnSpc>
                <a:spcPct val="90000"/>
              </a:lnSpc>
            </a:pPr>
            <a:r>
              <a:rPr lang="en-US" sz="1500"/>
              <a:t>OWASP Foundation. (2024). </a:t>
            </a:r>
            <a:r>
              <a:rPr lang="en-US" sz="1500" i="1"/>
              <a:t>Secure coding practices and secret management.</a:t>
            </a:r>
            <a:endParaRPr lang="en-US" sz="1500"/>
          </a:p>
          <a:p>
            <a:pPr>
              <a:lnSpc>
                <a:spcPct val="90000"/>
              </a:lnSpc>
            </a:pPr>
            <a:r>
              <a:rPr lang="en-US" sz="1500" err="1"/>
              <a:t>Snyk</a:t>
            </a:r>
            <a:r>
              <a:rPr lang="en-US" sz="1500"/>
              <a:t>. (2024). </a:t>
            </a:r>
            <a:r>
              <a:rPr lang="en-US" sz="1500" i="1"/>
              <a:t>Supply chain and repository risk research.</a:t>
            </a:r>
            <a:endParaRPr lang="en-US" sz="15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46</TotalTime>
  <Words>578</Words>
  <Application>Microsoft Office PowerPoint</Application>
  <PresentationFormat>Custom</PresentationFormat>
  <Paragraphs>74</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Century Gothic</vt:lpstr>
      <vt:lpstr>Wingdings 3</vt:lpstr>
      <vt:lpstr>Ion</vt:lpstr>
      <vt:lpstr>Security Controls in Shared Source Code Repositories</vt:lpstr>
      <vt:lpstr>Why Repository Security Matters</vt:lpstr>
      <vt:lpstr>Access Control &amp; Identity</vt:lpstr>
      <vt:lpstr>Protecting Secrets</vt:lpstr>
      <vt:lpstr>Branch Protection &amp; Code Review</vt:lpstr>
      <vt:lpstr>Automated Scanning &amp; Dependencies</vt:lpstr>
      <vt:lpstr>Secure CI/CD &amp; Repository Configuration</vt:lpstr>
      <vt:lpstr>Monitoring, Audit &amp; Governance</vt:lpstr>
      <vt:lpstr>Key Takeaways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Jason Luttrell</dc:creator>
  <cp:keywords/>
  <dc:description>generated using python-pptx</dc:description>
  <cp:lastModifiedBy>Jason Luttrell</cp:lastModifiedBy>
  <cp:revision>3</cp:revision>
  <dcterms:created xsi:type="dcterms:W3CDTF">2013-01-27T09:14:16Z</dcterms:created>
  <dcterms:modified xsi:type="dcterms:W3CDTF">2025-11-17T03:54:47Z</dcterms:modified>
  <cp:category/>
</cp:coreProperties>
</file>