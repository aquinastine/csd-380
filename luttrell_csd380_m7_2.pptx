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1" d="100"/>
          <a:sy n="141" d="100"/>
        </p:scale>
        <p:origin x="104" y="2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7F26D-13FB-4FE3-8D91-72CC6AA42E6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ABACA63-C7F9-4828-8129-3317CAEC9A1E}">
      <dgm:prSet/>
      <dgm:spPr/>
      <dgm:t>
        <a:bodyPr/>
        <a:lstStyle/>
        <a:p>
          <a:r>
            <a:rPr lang="en-US"/>
            <a:t>Shared, scheduled responsibility to respond to production alerts (primary/secondary).</a:t>
          </a:r>
        </a:p>
      </dgm:t>
    </dgm:pt>
    <dgm:pt modelId="{A7D33064-2448-4CE2-801F-7431DE911BB0}" type="parTrans" cxnId="{AAF18927-5A43-4B04-B3CC-6E104DE720BC}">
      <dgm:prSet/>
      <dgm:spPr/>
      <dgm:t>
        <a:bodyPr/>
        <a:lstStyle/>
        <a:p>
          <a:endParaRPr lang="en-US"/>
        </a:p>
      </dgm:t>
    </dgm:pt>
    <dgm:pt modelId="{E9877027-45AF-41A7-84B7-AC4328BB0AAD}" type="sibTrans" cxnId="{AAF18927-5A43-4B04-B3CC-6E104DE720BC}">
      <dgm:prSet/>
      <dgm:spPr/>
      <dgm:t>
        <a:bodyPr/>
        <a:lstStyle/>
        <a:p>
          <a:endParaRPr lang="en-US"/>
        </a:p>
      </dgm:t>
    </dgm:pt>
    <dgm:pt modelId="{8822590F-7D89-42CB-B6B0-C131CED43C72}">
      <dgm:prSet/>
      <dgm:spPr/>
      <dgm:t>
        <a:bodyPr/>
        <a:lstStyle/>
        <a:p>
          <a:r>
            <a:rPr lang="en-US"/>
            <a:t>DevOps principle: teams who build services also operate them.</a:t>
          </a:r>
        </a:p>
      </dgm:t>
    </dgm:pt>
    <dgm:pt modelId="{B02EFB69-95B5-4456-BA26-B7E7136BF946}" type="parTrans" cxnId="{DEE7B9E9-9AF9-4A8F-A721-E7ECD1B5A0C6}">
      <dgm:prSet/>
      <dgm:spPr/>
      <dgm:t>
        <a:bodyPr/>
        <a:lstStyle/>
        <a:p>
          <a:endParaRPr lang="en-US"/>
        </a:p>
      </dgm:t>
    </dgm:pt>
    <dgm:pt modelId="{867D0270-BCD8-4B0C-BE82-D4AFB1F27B3A}" type="sibTrans" cxnId="{DEE7B9E9-9AF9-4A8F-A721-E7ECD1B5A0C6}">
      <dgm:prSet/>
      <dgm:spPr/>
      <dgm:t>
        <a:bodyPr/>
        <a:lstStyle/>
        <a:p>
          <a:endParaRPr lang="en-US"/>
        </a:p>
      </dgm:t>
    </dgm:pt>
    <dgm:pt modelId="{2CEB3F2B-3425-4BFC-B6A8-0E3C9D92F117}">
      <dgm:prSet/>
      <dgm:spPr/>
      <dgm:t>
        <a:bodyPr/>
        <a:lstStyle/>
        <a:p>
          <a:r>
            <a:rPr lang="en-US"/>
            <a:t>Goals: fast detection, fast mitigation, and sustainable on-call culture.</a:t>
          </a:r>
        </a:p>
      </dgm:t>
    </dgm:pt>
    <dgm:pt modelId="{EDD675AA-90B3-458E-A03B-A4DDBBA31CCA}" type="parTrans" cxnId="{899B8B7E-DB7E-49B9-9BC5-7A5FA8AA31A7}">
      <dgm:prSet/>
      <dgm:spPr/>
      <dgm:t>
        <a:bodyPr/>
        <a:lstStyle/>
        <a:p>
          <a:endParaRPr lang="en-US"/>
        </a:p>
      </dgm:t>
    </dgm:pt>
    <dgm:pt modelId="{88B2DA9E-5666-44C2-BC64-A906ECB65F1C}" type="sibTrans" cxnId="{899B8B7E-DB7E-49B9-9BC5-7A5FA8AA31A7}">
      <dgm:prSet/>
      <dgm:spPr/>
      <dgm:t>
        <a:bodyPr/>
        <a:lstStyle/>
        <a:p>
          <a:endParaRPr lang="en-US"/>
        </a:p>
      </dgm:t>
    </dgm:pt>
    <dgm:pt modelId="{66AC8EDE-B57D-4A92-9394-939FC83BDFEF}" type="pres">
      <dgm:prSet presAssocID="{9247F26D-13FB-4FE3-8D91-72CC6AA42E6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8C78223-1DB3-4ED7-B460-989EE2C1C5D5}" type="pres">
      <dgm:prSet presAssocID="{9ABACA63-C7F9-4828-8129-3317CAEC9A1E}" presName="hierRoot1" presStyleCnt="0"/>
      <dgm:spPr/>
    </dgm:pt>
    <dgm:pt modelId="{AAC55C9A-8CD5-4B4A-BE6A-0AA3413465FE}" type="pres">
      <dgm:prSet presAssocID="{9ABACA63-C7F9-4828-8129-3317CAEC9A1E}" presName="composite" presStyleCnt="0"/>
      <dgm:spPr/>
    </dgm:pt>
    <dgm:pt modelId="{BFCE0DBC-63C6-4F76-8AB3-A06272361F0A}" type="pres">
      <dgm:prSet presAssocID="{9ABACA63-C7F9-4828-8129-3317CAEC9A1E}" presName="background" presStyleLbl="node0" presStyleIdx="0" presStyleCnt="3"/>
      <dgm:spPr/>
    </dgm:pt>
    <dgm:pt modelId="{6BFFF566-8858-4BC2-9C68-25D83D88B235}" type="pres">
      <dgm:prSet presAssocID="{9ABACA63-C7F9-4828-8129-3317CAEC9A1E}" presName="text" presStyleLbl="fgAcc0" presStyleIdx="0" presStyleCnt="3">
        <dgm:presLayoutVars>
          <dgm:chPref val="3"/>
        </dgm:presLayoutVars>
      </dgm:prSet>
      <dgm:spPr/>
    </dgm:pt>
    <dgm:pt modelId="{6A0D7871-D6A8-45C9-A493-CDA5F883A28A}" type="pres">
      <dgm:prSet presAssocID="{9ABACA63-C7F9-4828-8129-3317CAEC9A1E}" presName="hierChild2" presStyleCnt="0"/>
      <dgm:spPr/>
    </dgm:pt>
    <dgm:pt modelId="{720217D2-66F6-4CB0-9E69-B570AEAFF734}" type="pres">
      <dgm:prSet presAssocID="{8822590F-7D89-42CB-B6B0-C131CED43C72}" presName="hierRoot1" presStyleCnt="0"/>
      <dgm:spPr/>
    </dgm:pt>
    <dgm:pt modelId="{60AE726D-193F-478B-AA3D-A6E07316B1AC}" type="pres">
      <dgm:prSet presAssocID="{8822590F-7D89-42CB-B6B0-C131CED43C72}" presName="composite" presStyleCnt="0"/>
      <dgm:spPr/>
    </dgm:pt>
    <dgm:pt modelId="{56A4BE93-4DDC-4B1F-8566-72B8FEAD7003}" type="pres">
      <dgm:prSet presAssocID="{8822590F-7D89-42CB-B6B0-C131CED43C72}" presName="background" presStyleLbl="node0" presStyleIdx="1" presStyleCnt="3"/>
      <dgm:spPr/>
    </dgm:pt>
    <dgm:pt modelId="{85BEA759-B5D9-48B0-B634-A640B139B0B8}" type="pres">
      <dgm:prSet presAssocID="{8822590F-7D89-42CB-B6B0-C131CED43C72}" presName="text" presStyleLbl="fgAcc0" presStyleIdx="1" presStyleCnt="3">
        <dgm:presLayoutVars>
          <dgm:chPref val="3"/>
        </dgm:presLayoutVars>
      </dgm:prSet>
      <dgm:spPr/>
    </dgm:pt>
    <dgm:pt modelId="{840E22DD-C46C-47AF-A2E7-E9121BF1C8CE}" type="pres">
      <dgm:prSet presAssocID="{8822590F-7D89-42CB-B6B0-C131CED43C72}" presName="hierChild2" presStyleCnt="0"/>
      <dgm:spPr/>
    </dgm:pt>
    <dgm:pt modelId="{D13E2713-07FB-47E0-9B91-BD378CC60C16}" type="pres">
      <dgm:prSet presAssocID="{2CEB3F2B-3425-4BFC-B6A8-0E3C9D92F117}" presName="hierRoot1" presStyleCnt="0"/>
      <dgm:spPr/>
    </dgm:pt>
    <dgm:pt modelId="{56B17593-03E8-4110-9685-43E70E53D495}" type="pres">
      <dgm:prSet presAssocID="{2CEB3F2B-3425-4BFC-B6A8-0E3C9D92F117}" presName="composite" presStyleCnt="0"/>
      <dgm:spPr/>
    </dgm:pt>
    <dgm:pt modelId="{02EFAE72-EB44-4626-A97D-B5F6D26F314D}" type="pres">
      <dgm:prSet presAssocID="{2CEB3F2B-3425-4BFC-B6A8-0E3C9D92F117}" presName="background" presStyleLbl="node0" presStyleIdx="2" presStyleCnt="3"/>
      <dgm:spPr/>
    </dgm:pt>
    <dgm:pt modelId="{8A4A07BC-D4BE-4EF2-8EF3-29F06D1D2BC2}" type="pres">
      <dgm:prSet presAssocID="{2CEB3F2B-3425-4BFC-B6A8-0E3C9D92F117}" presName="text" presStyleLbl="fgAcc0" presStyleIdx="2" presStyleCnt="3">
        <dgm:presLayoutVars>
          <dgm:chPref val="3"/>
        </dgm:presLayoutVars>
      </dgm:prSet>
      <dgm:spPr/>
    </dgm:pt>
    <dgm:pt modelId="{2E026E99-1422-4ADA-9FC8-70271B5E9FC7}" type="pres">
      <dgm:prSet presAssocID="{2CEB3F2B-3425-4BFC-B6A8-0E3C9D92F117}" presName="hierChild2" presStyleCnt="0"/>
      <dgm:spPr/>
    </dgm:pt>
  </dgm:ptLst>
  <dgm:cxnLst>
    <dgm:cxn modelId="{AAF18927-5A43-4B04-B3CC-6E104DE720BC}" srcId="{9247F26D-13FB-4FE3-8D91-72CC6AA42E64}" destId="{9ABACA63-C7F9-4828-8129-3317CAEC9A1E}" srcOrd="0" destOrd="0" parTransId="{A7D33064-2448-4CE2-801F-7431DE911BB0}" sibTransId="{E9877027-45AF-41A7-84B7-AC4328BB0AAD}"/>
    <dgm:cxn modelId="{148E404A-96D8-4B6D-9B39-2EB60F664524}" type="presOf" srcId="{9ABACA63-C7F9-4828-8129-3317CAEC9A1E}" destId="{6BFFF566-8858-4BC2-9C68-25D83D88B235}" srcOrd="0" destOrd="0" presId="urn:microsoft.com/office/officeart/2005/8/layout/hierarchy1"/>
    <dgm:cxn modelId="{899B8B7E-DB7E-49B9-9BC5-7A5FA8AA31A7}" srcId="{9247F26D-13FB-4FE3-8D91-72CC6AA42E64}" destId="{2CEB3F2B-3425-4BFC-B6A8-0E3C9D92F117}" srcOrd="2" destOrd="0" parTransId="{EDD675AA-90B3-458E-A03B-A4DDBBA31CCA}" sibTransId="{88B2DA9E-5666-44C2-BC64-A906ECB65F1C}"/>
    <dgm:cxn modelId="{42E5DDDA-6BA6-4000-B012-6B27951B7209}" type="presOf" srcId="{8822590F-7D89-42CB-B6B0-C131CED43C72}" destId="{85BEA759-B5D9-48B0-B634-A640B139B0B8}" srcOrd="0" destOrd="0" presId="urn:microsoft.com/office/officeart/2005/8/layout/hierarchy1"/>
    <dgm:cxn modelId="{EC1D71E1-B13C-4A12-A9B4-8943700EA603}" type="presOf" srcId="{9247F26D-13FB-4FE3-8D91-72CC6AA42E64}" destId="{66AC8EDE-B57D-4A92-9394-939FC83BDFEF}" srcOrd="0" destOrd="0" presId="urn:microsoft.com/office/officeart/2005/8/layout/hierarchy1"/>
    <dgm:cxn modelId="{DEE7B9E9-9AF9-4A8F-A721-E7ECD1B5A0C6}" srcId="{9247F26D-13FB-4FE3-8D91-72CC6AA42E64}" destId="{8822590F-7D89-42CB-B6B0-C131CED43C72}" srcOrd="1" destOrd="0" parTransId="{B02EFB69-95B5-4456-BA26-B7E7136BF946}" sibTransId="{867D0270-BCD8-4B0C-BE82-D4AFB1F27B3A}"/>
    <dgm:cxn modelId="{2501EFF4-2FEA-4BFB-97A9-F4E7EE3E9002}" type="presOf" srcId="{2CEB3F2B-3425-4BFC-B6A8-0E3C9D92F117}" destId="{8A4A07BC-D4BE-4EF2-8EF3-29F06D1D2BC2}" srcOrd="0" destOrd="0" presId="urn:microsoft.com/office/officeart/2005/8/layout/hierarchy1"/>
    <dgm:cxn modelId="{29F34856-2241-485D-9B29-6039DEA182E1}" type="presParOf" srcId="{66AC8EDE-B57D-4A92-9394-939FC83BDFEF}" destId="{E8C78223-1DB3-4ED7-B460-989EE2C1C5D5}" srcOrd="0" destOrd="0" presId="urn:microsoft.com/office/officeart/2005/8/layout/hierarchy1"/>
    <dgm:cxn modelId="{E52709FE-33A6-4443-A3C5-B07A77FC6A77}" type="presParOf" srcId="{E8C78223-1DB3-4ED7-B460-989EE2C1C5D5}" destId="{AAC55C9A-8CD5-4B4A-BE6A-0AA3413465FE}" srcOrd="0" destOrd="0" presId="urn:microsoft.com/office/officeart/2005/8/layout/hierarchy1"/>
    <dgm:cxn modelId="{721FB5D9-DAD9-4E1A-B6CF-7262428C4CFF}" type="presParOf" srcId="{AAC55C9A-8CD5-4B4A-BE6A-0AA3413465FE}" destId="{BFCE0DBC-63C6-4F76-8AB3-A06272361F0A}" srcOrd="0" destOrd="0" presId="urn:microsoft.com/office/officeart/2005/8/layout/hierarchy1"/>
    <dgm:cxn modelId="{48B6B069-583E-4996-9BCA-D428392B2DDE}" type="presParOf" srcId="{AAC55C9A-8CD5-4B4A-BE6A-0AA3413465FE}" destId="{6BFFF566-8858-4BC2-9C68-25D83D88B235}" srcOrd="1" destOrd="0" presId="urn:microsoft.com/office/officeart/2005/8/layout/hierarchy1"/>
    <dgm:cxn modelId="{84F42B86-9CCE-430E-8B5D-7B2800947278}" type="presParOf" srcId="{E8C78223-1DB3-4ED7-B460-989EE2C1C5D5}" destId="{6A0D7871-D6A8-45C9-A493-CDA5F883A28A}" srcOrd="1" destOrd="0" presId="urn:microsoft.com/office/officeart/2005/8/layout/hierarchy1"/>
    <dgm:cxn modelId="{FCD20341-8DAE-41D9-8D2C-3B3FD47C611B}" type="presParOf" srcId="{66AC8EDE-B57D-4A92-9394-939FC83BDFEF}" destId="{720217D2-66F6-4CB0-9E69-B570AEAFF734}" srcOrd="1" destOrd="0" presId="urn:microsoft.com/office/officeart/2005/8/layout/hierarchy1"/>
    <dgm:cxn modelId="{00C242D5-445A-4747-8730-84D9B00ADFC3}" type="presParOf" srcId="{720217D2-66F6-4CB0-9E69-B570AEAFF734}" destId="{60AE726D-193F-478B-AA3D-A6E07316B1AC}" srcOrd="0" destOrd="0" presId="urn:microsoft.com/office/officeart/2005/8/layout/hierarchy1"/>
    <dgm:cxn modelId="{2FD22025-2F5A-4B0E-A1B2-C0B440EAAD9B}" type="presParOf" srcId="{60AE726D-193F-478B-AA3D-A6E07316B1AC}" destId="{56A4BE93-4DDC-4B1F-8566-72B8FEAD7003}" srcOrd="0" destOrd="0" presId="urn:microsoft.com/office/officeart/2005/8/layout/hierarchy1"/>
    <dgm:cxn modelId="{F6D3F73A-9DC5-46CB-B855-8D7C168BFEFE}" type="presParOf" srcId="{60AE726D-193F-478B-AA3D-A6E07316B1AC}" destId="{85BEA759-B5D9-48B0-B634-A640B139B0B8}" srcOrd="1" destOrd="0" presId="urn:microsoft.com/office/officeart/2005/8/layout/hierarchy1"/>
    <dgm:cxn modelId="{E795D41B-C371-4D90-B907-5EA71B63C06B}" type="presParOf" srcId="{720217D2-66F6-4CB0-9E69-B570AEAFF734}" destId="{840E22DD-C46C-47AF-A2E7-E9121BF1C8CE}" srcOrd="1" destOrd="0" presId="urn:microsoft.com/office/officeart/2005/8/layout/hierarchy1"/>
    <dgm:cxn modelId="{CF507A8A-4960-4D3C-9270-20C1CCB61C4A}" type="presParOf" srcId="{66AC8EDE-B57D-4A92-9394-939FC83BDFEF}" destId="{D13E2713-07FB-47E0-9B91-BD378CC60C16}" srcOrd="2" destOrd="0" presId="urn:microsoft.com/office/officeart/2005/8/layout/hierarchy1"/>
    <dgm:cxn modelId="{D921F69F-F5EC-416C-AC25-0285AB7F5D59}" type="presParOf" srcId="{D13E2713-07FB-47E0-9B91-BD378CC60C16}" destId="{56B17593-03E8-4110-9685-43E70E53D495}" srcOrd="0" destOrd="0" presId="urn:microsoft.com/office/officeart/2005/8/layout/hierarchy1"/>
    <dgm:cxn modelId="{391D8087-1A8C-4756-941B-365F286BA3EA}" type="presParOf" srcId="{56B17593-03E8-4110-9685-43E70E53D495}" destId="{02EFAE72-EB44-4626-A97D-B5F6D26F314D}" srcOrd="0" destOrd="0" presId="urn:microsoft.com/office/officeart/2005/8/layout/hierarchy1"/>
    <dgm:cxn modelId="{83EA0A2C-F25B-4608-A0F8-3D2E03B1BBC0}" type="presParOf" srcId="{56B17593-03E8-4110-9685-43E70E53D495}" destId="{8A4A07BC-D4BE-4EF2-8EF3-29F06D1D2BC2}" srcOrd="1" destOrd="0" presId="urn:microsoft.com/office/officeart/2005/8/layout/hierarchy1"/>
    <dgm:cxn modelId="{388CE81E-0B54-4997-A8B7-CE066690C083}" type="presParOf" srcId="{D13E2713-07FB-47E0-9B91-BD378CC60C16}" destId="{2E026E99-1422-4ADA-9FC8-70271B5E9FC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56A97C-4C78-4606-A70D-4E5687A846F0}" type="doc">
      <dgm:prSet loTypeId="urn:microsoft.com/office/officeart/2016/7/layout/HorizontalAction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6587C55-1CFE-4CFE-808A-F1FB6A8FCC6A}">
      <dgm:prSet/>
      <dgm:spPr/>
      <dgm:t>
        <a:bodyPr/>
        <a:lstStyle/>
        <a:p>
          <a:r>
            <a:rPr lang="en-US"/>
            <a:t>Have</a:t>
          </a:r>
        </a:p>
      </dgm:t>
    </dgm:pt>
    <dgm:pt modelId="{D0522305-F9D3-4F86-B12B-92BF8B800EC2}" type="parTrans" cxnId="{C4FD48EC-51F3-4FBC-B3EB-406DAE0ADF8E}">
      <dgm:prSet/>
      <dgm:spPr/>
      <dgm:t>
        <a:bodyPr/>
        <a:lstStyle/>
        <a:p>
          <a:endParaRPr lang="en-US"/>
        </a:p>
      </dgm:t>
    </dgm:pt>
    <dgm:pt modelId="{C35E9800-7291-47D6-AB77-E87F9A4C30A3}" type="sibTrans" cxnId="{C4FD48EC-51F3-4FBC-B3EB-406DAE0ADF8E}">
      <dgm:prSet/>
      <dgm:spPr/>
      <dgm:t>
        <a:bodyPr/>
        <a:lstStyle/>
        <a:p>
          <a:endParaRPr lang="en-US"/>
        </a:p>
      </dgm:t>
    </dgm:pt>
    <dgm:pt modelId="{9CFD362D-8BCE-40C0-A738-8FD4766F342E}">
      <dgm:prSet/>
      <dgm:spPr/>
      <dgm:t>
        <a:bodyPr/>
        <a:lstStyle/>
        <a:p>
          <a:r>
            <a:rPr lang="en-US"/>
            <a:t>Have a primary and a secondary (or manager escalation).</a:t>
          </a:r>
        </a:p>
      </dgm:t>
    </dgm:pt>
    <dgm:pt modelId="{2DAEAABE-4777-4703-ABF5-2BF0DE05DD4A}" type="parTrans" cxnId="{E63195F0-6950-44CD-AE1A-41B77B7E4A89}">
      <dgm:prSet/>
      <dgm:spPr/>
      <dgm:t>
        <a:bodyPr/>
        <a:lstStyle/>
        <a:p>
          <a:endParaRPr lang="en-US"/>
        </a:p>
      </dgm:t>
    </dgm:pt>
    <dgm:pt modelId="{22FA5E4B-2329-49D3-B9A8-FB80ABD1AF4F}" type="sibTrans" cxnId="{E63195F0-6950-44CD-AE1A-41B77B7E4A89}">
      <dgm:prSet/>
      <dgm:spPr/>
      <dgm:t>
        <a:bodyPr/>
        <a:lstStyle/>
        <a:p>
          <a:endParaRPr lang="en-US"/>
        </a:p>
      </dgm:t>
    </dgm:pt>
    <dgm:pt modelId="{315B7EEB-1043-4079-B849-54931D70DB20}">
      <dgm:prSet/>
      <dgm:spPr/>
      <dgm:t>
        <a:bodyPr/>
        <a:lstStyle/>
        <a:p>
          <a:r>
            <a:rPr lang="en-US"/>
            <a:t>Follow</a:t>
          </a:r>
        </a:p>
      </dgm:t>
    </dgm:pt>
    <dgm:pt modelId="{641C60DE-071D-4C32-8865-A58E045F80D4}" type="parTrans" cxnId="{9BB1757F-1AF3-42E2-B7D0-5700CC21C235}">
      <dgm:prSet/>
      <dgm:spPr/>
      <dgm:t>
        <a:bodyPr/>
        <a:lstStyle/>
        <a:p>
          <a:endParaRPr lang="en-US"/>
        </a:p>
      </dgm:t>
    </dgm:pt>
    <dgm:pt modelId="{5F5125D3-B985-4544-8A25-B8989DA008F6}" type="sibTrans" cxnId="{9BB1757F-1AF3-42E2-B7D0-5700CC21C235}">
      <dgm:prSet/>
      <dgm:spPr/>
      <dgm:t>
        <a:bodyPr/>
        <a:lstStyle/>
        <a:p>
          <a:endParaRPr lang="en-US"/>
        </a:p>
      </dgm:t>
    </dgm:pt>
    <dgm:pt modelId="{194AE1CD-350A-47E5-8956-C64367104CDC}">
      <dgm:prSet/>
      <dgm:spPr/>
      <dgm:t>
        <a:bodyPr/>
        <a:lstStyle/>
        <a:p>
          <a:r>
            <a:rPr lang="en-US"/>
            <a:t>Week‑long shifts are common; follow‑the‑sun if you have global teams.</a:t>
          </a:r>
        </a:p>
      </dgm:t>
    </dgm:pt>
    <dgm:pt modelId="{1F030F0A-D686-4A16-BA58-0CEC8992EF7A}" type="parTrans" cxnId="{B4E630BC-D7AD-4AC3-85CB-F782B06D2D3E}">
      <dgm:prSet/>
      <dgm:spPr/>
      <dgm:t>
        <a:bodyPr/>
        <a:lstStyle/>
        <a:p>
          <a:endParaRPr lang="en-US"/>
        </a:p>
      </dgm:t>
    </dgm:pt>
    <dgm:pt modelId="{6C61A742-0C29-4EA2-BCC5-F1C5AF21E53D}" type="sibTrans" cxnId="{B4E630BC-D7AD-4AC3-85CB-F782B06D2D3E}">
      <dgm:prSet/>
      <dgm:spPr/>
      <dgm:t>
        <a:bodyPr/>
        <a:lstStyle/>
        <a:p>
          <a:endParaRPr lang="en-US"/>
        </a:p>
      </dgm:t>
    </dgm:pt>
    <dgm:pt modelId="{B27154EF-DFB1-4954-A09C-E1A2B03B294B}">
      <dgm:prSet/>
      <dgm:spPr/>
      <dgm:t>
        <a:bodyPr/>
        <a:lstStyle/>
        <a:p>
          <a:r>
            <a:rPr lang="en-US"/>
            <a:t>Use</a:t>
          </a:r>
        </a:p>
      </dgm:t>
    </dgm:pt>
    <dgm:pt modelId="{7B30A15D-D2F9-422B-A0C6-66C0371ACD70}" type="parTrans" cxnId="{65F4CFBA-ED9D-44DA-A911-667B10AEBF2F}">
      <dgm:prSet/>
      <dgm:spPr/>
      <dgm:t>
        <a:bodyPr/>
        <a:lstStyle/>
        <a:p>
          <a:endParaRPr lang="en-US"/>
        </a:p>
      </dgm:t>
    </dgm:pt>
    <dgm:pt modelId="{5B9103A5-9662-4207-9B1D-BE4CF0C0477D}" type="sibTrans" cxnId="{65F4CFBA-ED9D-44DA-A911-667B10AEBF2F}">
      <dgm:prSet/>
      <dgm:spPr/>
      <dgm:t>
        <a:bodyPr/>
        <a:lstStyle/>
        <a:p>
          <a:endParaRPr lang="en-US"/>
        </a:p>
      </dgm:t>
    </dgm:pt>
    <dgm:pt modelId="{BC7E4CF4-D296-4B30-AC98-361297B63D26}">
      <dgm:prSet/>
      <dgm:spPr/>
      <dgm:t>
        <a:bodyPr/>
        <a:lstStyle/>
        <a:p>
          <a:r>
            <a:rPr lang="en-US"/>
            <a:t>Use the '25% rule' for staffing: ~8 engineers for 24×7 with primary+secondary.</a:t>
          </a:r>
        </a:p>
      </dgm:t>
    </dgm:pt>
    <dgm:pt modelId="{21E1B1B0-1E82-4299-844C-E513A3B1604A}" type="parTrans" cxnId="{B9CD2BD0-A097-44E1-AFA8-FAA6EF828F7F}">
      <dgm:prSet/>
      <dgm:spPr/>
      <dgm:t>
        <a:bodyPr/>
        <a:lstStyle/>
        <a:p>
          <a:endParaRPr lang="en-US"/>
        </a:p>
      </dgm:t>
    </dgm:pt>
    <dgm:pt modelId="{59AF9133-75DB-4377-988D-BA73DA53478F}" type="sibTrans" cxnId="{B9CD2BD0-A097-44E1-AFA8-FAA6EF828F7F}">
      <dgm:prSet/>
      <dgm:spPr/>
      <dgm:t>
        <a:bodyPr/>
        <a:lstStyle/>
        <a:p>
          <a:endParaRPr lang="en-US"/>
        </a:p>
      </dgm:t>
    </dgm:pt>
    <dgm:pt modelId="{712C981D-3FE0-4284-990E-56A237D8FDCB}">
      <dgm:prSet/>
      <dgm:spPr/>
      <dgm:t>
        <a:bodyPr/>
        <a:lstStyle/>
        <a:p>
          <a:r>
            <a:rPr lang="en-US"/>
            <a:t>Publish</a:t>
          </a:r>
        </a:p>
      </dgm:t>
    </dgm:pt>
    <dgm:pt modelId="{82117E1F-8D38-45BE-AAAC-976C33ADAD0B}" type="parTrans" cxnId="{168A3BC7-BBC7-4D00-801E-49E4546A5CDE}">
      <dgm:prSet/>
      <dgm:spPr/>
      <dgm:t>
        <a:bodyPr/>
        <a:lstStyle/>
        <a:p>
          <a:endParaRPr lang="en-US"/>
        </a:p>
      </dgm:t>
    </dgm:pt>
    <dgm:pt modelId="{D955FE58-A2A3-40A6-B3FD-A631F0E964B8}" type="sibTrans" cxnId="{168A3BC7-BBC7-4D00-801E-49E4546A5CDE}">
      <dgm:prSet/>
      <dgm:spPr/>
      <dgm:t>
        <a:bodyPr/>
        <a:lstStyle/>
        <a:p>
          <a:endParaRPr lang="en-US"/>
        </a:p>
      </dgm:t>
    </dgm:pt>
    <dgm:pt modelId="{E8E0B7E3-99B3-4153-B352-513A2C128B56}">
      <dgm:prSet/>
      <dgm:spPr/>
      <dgm:t>
        <a:bodyPr/>
        <a:lstStyle/>
        <a:p>
          <a:r>
            <a:rPr lang="en-US"/>
            <a:t>Publish expectations (response times, handoff checklist, paging etiquette).</a:t>
          </a:r>
        </a:p>
      </dgm:t>
    </dgm:pt>
    <dgm:pt modelId="{246829C3-3CEF-4A20-89AA-17A52E440B82}" type="parTrans" cxnId="{613FEB1F-6184-4458-9D3A-959EC343EFE0}">
      <dgm:prSet/>
      <dgm:spPr/>
      <dgm:t>
        <a:bodyPr/>
        <a:lstStyle/>
        <a:p>
          <a:endParaRPr lang="en-US"/>
        </a:p>
      </dgm:t>
    </dgm:pt>
    <dgm:pt modelId="{D234D5BB-5A73-49B7-93AD-487E435ADEF2}" type="sibTrans" cxnId="{613FEB1F-6184-4458-9D3A-959EC343EFE0}">
      <dgm:prSet/>
      <dgm:spPr/>
      <dgm:t>
        <a:bodyPr/>
        <a:lstStyle/>
        <a:p>
          <a:endParaRPr lang="en-US"/>
        </a:p>
      </dgm:t>
    </dgm:pt>
    <dgm:pt modelId="{997039B4-CFC9-45F9-94DA-316021981070}" type="pres">
      <dgm:prSet presAssocID="{E056A97C-4C78-4606-A70D-4E5687A846F0}" presName="Name0" presStyleCnt="0">
        <dgm:presLayoutVars>
          <dgm:dir/>
          <dgm:animLvl val="lvl"/>
          <dgm:resizeHandles val="exact"/>
        </dgm:presLayoutVars>
      </dgm:prSet>
      <dgm:spPr/>
    </dgm:pt>
    <dgm:pt modelId="{57D10097-4660-43D9-B66A-74481C0A278C}" type="pres">
      <dgm:prSet presAssocID="{26587C55-1CFE-4CFE-808A-F1FB6A8FCC6A}" presName="composite" presStyleCnt="0"/>
      <dgm:spPr/>
    </dgm:pt>
    <dgm:pt modelId="{235EEBAF-B277-4F46-A7D6-30966C11CE6B}" type="pres">
      <dgm:prSet presAssocID="{26587C55-1CFE-4CFE-808A-F1FB6A8FCC6A}" presName="parTx" presStyleLbl="alignNode1" presStyleIdx="0" presStyleCnt="4">
        <dgm:presLayoutVars>
          <dgm:chMax val="0"/>
          <dgm:chPref val="0"/>
        </dgm:presLayoutVars>
      </dgm:prSet>
      <dgm:spPr/>
    </dgm:pt>
    <dgm:pt modelId="{768B868D-F9CE-4385-BBF5-BE7F9252ECE3}" type="pres">
      <dgm:prSet presAssocID="{26587C55-1CFE-4CFE-808A-F1FB6A8FCC6A}" presName="desTx" presStyleLbl="alignAccFollowNode1" presStyleIdx="0" presStyleCnt="4">
        <dgm:presLayoutVars/>
      </dgm:prSet>
      <dgm:spPr/>
    </dgm:pt>
    <dgm:pt modelId="{73A15E09-EA67-432D-A7B5-CACB6206A8AE}" type="pres">
      <dgm:prSet presAssocID="{C35E9800-7291-47D6-AB77-E87F9A4C30A3}" presName="space" presStyleCnt="0"/>
      <dgm:spPr/>
    </dgm:pt>
    <dgm:pt modelId="{95B2184E-0604-49A6-A8DB-09EEA9928672}" type="pres">
      <dgm:prSet presAssocID="{315B7EEB-1043-4079-B849-54931D70DB20}" presName="composite" presStyleCnt="0"/>
      <dgm:spPr/>
    </dgm:pt>
    <dgm:pt modelId="{3019DF8D-B7B0-4157-8258-DFFEBA54F64C}" type="pres">
      <dgm:prSet presAssocID="{315B7EEB-1043-4079-B849-54931D70DB20}" presName="parTx" presStyleLbl="alignNode1" presStyleIdx="1" presStyleCnt="4">
        <dgm:presLayoutVars>
          <dgm:chMax val="0"/>
          <dgm:chPref val="0"/>
        </dgm:presLayoutVars>
      </dgm:prSet>
      <dgm:spPr/>
    </dgm:pt>
    <dgm:pt modelId="{D8F7FCA7-0232-479B-90E4-051BD8A90511}" type="pres">
      <dgm:prSet presAssocID="{315B7EEB-1043-4079-B849-54931D70DB20}" presName="desTx" presStyleLbl="alignAccFollowNode1" presStyleIdx="1" presStyleCnt="4">
        <dgm:presLayoutVars/>
      </dgm:prSet>
      <dgm:spPr/>
    </dgm:pt>
    <dgm:pt modelId="{020A55A8-5CB4-4AEB-99DE-15007CF183CE}" type="pres">
      <dgm:prSet presAssocID="{5F5125D3-B985-4544-8A25-B8989DA008F6}" presName="space" presStyleCnt="0"/>
      <dgm:spPr/>
    </dgm:pt>
    <dgm:pt modelId="{2CD98B14-8A1E-4391-8C46-9A9DDF8AE01C}" type="pres">
      <dgm:prSet presAssocID="{B27154EF-DFB1-4954-A09C-E1A2B03B294B}" presName="composite" presStyleCnt="0"/>
      <dgm:spPr/>
    </dgm:pt>
    <dgm:pt modelId="{9EC50E96-9079-485E-9CCA-BAD1CEABF937}" type="pres">
      <dgm:prSet presAssocID="{B27154EF-DFB1-4954-A09C-E1A2B03B294B}" presName="parTx" presStyleLbl="alignNode1" presStyleIdx="2" presStyleCnt="4">
        <dgm:presLayoutVars>
          <dgm:chMax val="0"/>
          <dgm:chPref val="0"/>
        </dgm:presLayoutVars>
      </dgm:prSet>
      <dgm:spPr/>
    </dgm:pt>
    <dgm:pt modelId="{F6DDB628-B069-4B1F-A0B5-E0D157AE1CD6}" type="pres">
      <dgm:prSet presAssocID="{B27154EF-DFB1-4954-A09C-E1A2B03B294B}" presName="desTx" presStyleLbl="alignAccFollowNode1" presStyleIdx="2" presStyleCnt="4">
        <dgm:presLayoutVars/>
      </dgm:prSet>
      <dgm:spPr/>
    </dgm:pt>
    <dgm:pt modelId="{845E43C7-B315-4D61-ADB2-58725BB154B7}" type="pres">
      <dgm:prSet presAssocID="{5B9103A5-9662-4207-9B1D-BE4CF0C0477D}" presName="space" presStyleCnt="0"/>
      <dgm:spPr/>
    </dgm:pt>
    <dgm:pt modelId="{9181D231-13D6-4A40-97E0-53BA0ED7BBD4}" type="pres">
      <dgm:prSet presAssocID="{712C981D-3FE0-4284-990E-56A237D8FDCB}" presName="composite" presStyleCnt="0"/>
      <dgm:spPr/>
    </dgm:pt>
    <dgm:pt modelId="{CD5E7235-0E1D-4CC1-A073-5D19C4BC808A}" type="pres">
      <dgm:prSet presAssocID="{712C981D-3FE0-4284-990E-56A237D8FDCB}" presName="parTx" presStyleLbl="alignNode1" presStyleIdx="3" presStyleCnt="4">
        <dgm:presLayoutVars>
          <dgm:chMax val="0"/>
          <dgm:chPref val="0"/>
        </dgm:presLayoutVars>
      </dgm:prSet>
      <dgm:spPr/>
    </dgm:pt>
    <dgm:pt modelId="{2370B2CF-5627-411E-A685-948F642EBDFE}" type="pres">
      <dgm:prSet presAssocID="{712C981D-3FE0-4284-990E-56A237D8FDCB}" presName="desTx" presStyleLbl="alignAccFollowNode1" presStyleIdx="3" presStyleCnt="4">
        <dgm:presLayoutVars/>
      </dgm:prSet>
      <dgm:spPr/>
    </dgm:pt>
  </dgm:ptLst>
  <dgm:cxnLst>
    <dgm:cxn modelId="{613FEB1F-6184-4458-9D3A-959EC343EFE0}" srcId="{712C981D-3FE0-4284-990E-56A237D8FDCB}" destId="{E8E0B7E3-99B3-4153-B352-513A2C128B56}" srcOrd="0" destOrd="0" parTransId="{246829C3-3CEF-4A20-89AA-17A52E440B82}" sibTransId="{D234D5BB-5A73-49B7-93AD-487E435ADEF2}"/>
    <dgm:cxn modelId="{7AC1722A-F94A-41F2-9653-A60364235A59}" type="presOf" srcId="{E056A97C-4C78-4606-A70D-4E5687A846F0}" destId="{997039B4-CFC9-45F9-94DA-316021981070}" srcOrd="0" destOrd="0" presId="urn:microsoft.com/office/officeart/2016/7/layout/HorizontalActionList"/>
    <dgm:cxn modelId="{35A21274-3293-4E30-9C6F-E0C653849780}" type="presOf" srcId="{BC7E4CF4-D296-4B30-AC98-361297B63D26}" destId="{F6DDB628-B069-4B1F-A0B5-E0D157AE1CD6}" srcOrd="0" destOrd="0" presId="urn:microsoft.com/office/officeart/2016/7/layout/HorizontalActionList"/>
    <dgm:cxn modelId="{9BB1757F-1AF3-42E2-B7D0-5700CC21C235}" srcId="{E056A97C-4C78-4606-A70D-4E5687A846F0}" destId="{315B7EEB-1043-4079-B849-54931D70DB20}" srcOrd="1" destOrd="0" parTransId="{641C60DE-071D-4C32-8865-A58E045F80D4}" sibTransId="{5F5125D3-B985-4544-8A25-B8989DA008F6}"/>
    <dgm:cxn modelId="{9C34BC81-C5CC-46F6-AE12-16974720183E}" type="presOf" srcId="{26587C55-1CFE-4CFE-808A-F1FB6A8FCC6A}" destId="{235EEBAF-B277-4F46-A7D6-30966C11CE6B}" srcOrd="0" destOrd="0" presId="urn:microsoft.com/office/officeart/2016/7/layout/HorizontalActionList"/>
    <dgm:cxn modelId="{66D2F997-8613-4AA3-B68D-CD7248E6F5D3}" type="presOf" srcId="{9CFD362D-8BCE-40C0-A738-8FD4766F342E}" destId="{768B868D-F9CE-4385-BBF5-BE7F9252ECE3}" srcOrd="0" destOrd="0" presId="urn:microsoft.com/office/officeart/2016/7/layout/HorizontalActionList"/>
    <dgm:cxn modelId="{85D60BA9-F6D2-4767-ADD4-4E73584B08DE}" type="presOf" srcId="{E8E0B7E3-99B3-4153-B352-513A2C128B56}" destId="{2370B2CF-5627-411E-A685-948F642EBDFE}" srcOrd="0" destOrd="0" presId="urn:microsoft.com/office/officeart/2016/7/layout/HorizontalActionList"/>
    <dgm:cxn modelId="{D42CE8AA-2301-4584-8E0E-681C40923E92}" type="presOf" srcId="{315B7EEB-1043-4079-B849-54931D70DB20}" destId="{3019DF8D-B7B0-4157-8258-DFFEBA54F64C}" srcOrd="0" destOrd="0" presId="urn:microsoft.com/office/officeart/2016/7/layout/HorizontalActionList"/>
    <dgm:cxn modelId="{8A1C2CB3-97B0-4F1E-8589-2CC2E274BBC6}" type="presOf" srcId="{712C981D-3FE0-4284-990E-56A237D8FDCB}" destId="{CD5E7235-0E1D-4CC1-A073-5D19C4BC808A}" srcOrd="0" destOrd="0" presId="urn:microsoft.com/office/officeart/2016/7/layout/HorizontalActionList"/>
    <dgm:cxn modelId="{865BACB3-A858-45BB-9B6C-1E9165C21A3B}" type="presOf" srcId="{B27154EF-DFB1-4954-A09C-E1A2B03B294B}" destId="{9EC50E96-9079-485E-9CCA-BAD1CEABF937}" srcOrd="0" destOrd="0" presId="urn:microsoft.com/office/officeart/2016/7/layout/HorizontalActionList"/>
    <dgm:cxn modelId="{65F4CFBA-ED9D-44DA-A911-667B10AEBF2F}" srcId="{E056A97C-4C78-4606-A70D-4E5687A846F0}" destId="{B27154EF-DFB1-4954-A09C-E1A2B03B294B}" srcOrd="2" destOrd="0" parTransId="{7B30A15D-D2F9-422B-A0C6-66C0371ACD70}" sibTransId="{5B9103A5-9662-4207-9B1D-BE4CF0C0477D}"/>
    <dgm:cxn modelId="{B4E630BC-D7AD-4AC3-85CB-F782B06D2D3E}" srcId="{315B7EEB-1043-4079-B849-54931D70DB20}" destId="{194AE1CD-350A-47E5-8956-C64367104CDC}" srcOrd="0" destOrd="0" parTransId="{1F030F0A-D686-4A16-BA58-0CEC8992EF7A}" sibTransId="{6C61A742-0C29-4EA2-BCC5-F1C5AF21E53D}"/>
    <dgm:cxn modelId="{168A3BC7-BBC7-4D00-801E-49E4546A5CDE}" srcId="{E056A97C-4C78-4606-A70D-4E5687A846F0}" destId="{712C981D-3FE0-4284-990E-56A237D8FDCB}" srcOrd="3" destOrd="0" parTransId="{82117E1F-8D38-45BE-AAAC-976C33ADAD0B}" sibTransId="{D955FE58-A2A3-40A6-B3FD-A631F0E964B8}"/>
    <dgm:cxn modelId="{B9CD2BD0-A097-44E1-AFA8-FAA6EF828F7F}" srcId="{B27154EF-DFB1-4954-A09C-E1A2B03B294B}" destId="{BC7E4CF4-D296-4B30-AC98-361297B63D26}" srcOrd="0" destOrd="0" parTransId="{21E1B1B0-1E82-4299-844C-E513A3B1604A}" sibTransId="{59AF9133-75DB-4377-988D-BA73DA53478F}"/>
    <dgm:cxn modelId="{A015EBDB-09AE-4A78-B3B8-B9B99018A6E6}" type="presOf" srcId="{194AE1CD-350A-47E5-8956-C64367104CDC}" destId="{D8F7FCA7-0232-479B-90E4-051BD8A90511}" srcOrd="0" destOrd="0" presId="urn:microsoft.com/office/officeart/2016/7/layout/HorizontalActionList"/>
    <dgm:cxn modelId="{C4FD48EC-51F3-4FBC-B3EB-406DAE0ADF8E}" srcId="{E056A97C-4C78-4606-A70D-4E5687A846F0}" destId="{26587C55-1CFE-4CFE-808A-F1FB6A8FCC6A}" srcOrd="0" destOrd="0" parTransId="{D0522305-F9D3-4F86-B12B-92BF8B800EC2}" sibTransId="{C35E9800-7291-47D6-AB77-E87F9A4C30A3}"/>
    <dgm:cxn modelId="{E63195F0-6950-44CD-AE1A-41B77B7E4A89}" srcId="{26587C55-1CFE-4CFE-808A-F1FB6A8FCC6A}" destId="{9CFD362D-8BCE-40C0-A738-8FD4766F342E}" srcOrd="0" destOrd="0" parTransId="{2DAEAABE-4777-4703-ABF5-2BF0DE05DD4A}" sibTransId="{22FA5E4B-2329-49D3-B9A8-FB80ABD1AF4F}"/>
    <dgm:cxn modelId="{12F82D98-69B7-41F7-9CA8-E720666C4375}" type="presParOf" srcId="{997039B4-CFC9-45F9-94DA-316021981070}" destId="{57D10097-4660-43D9-B66A-74481C0A278C}" srcOrd="0" destOrd="0" presId="urn:microsoft.com/office/officeart/2016/7/layout/HorizontalActionList"/>
    <dgm:cxn modelId="{88272B00-377F-4B44-9778-52ACCCA25505}" type="presParOf" srcId="{57D10097-4660-43D9-B66A-74481C0A278C}" destId="{235EEBAF-B277-4F46-A7D6-30966C11CE6B}" srcOrd="0" destOrd="0" presId="urn:microsoft.com/office/officeart/2016/7/layout/HorizontalActionList"/>
    <dgm:cxn modelId="{99AF2941-DE04-4942-8697-DA19C7DF8E36}" type="presParOf" srcId="{57D10097-4660-43D9-B66A-74481C0A278C}" destId="{768B868D-F9CE-4385-BBF5-BE7F9252ECE3}" srcOrd="1" destOrd="0" presId="urn:microsoft.com/office/officeart/2016/7/layout/HorizontalActionList"/>
    <dgm:cxn modelId="{857B8EB5-0CDA-48B1-B363-AFF1862FD75F}" type="presParOf" srcId="{997039B4-CFC9-45F9-94DA-316021981070}" destId="{73A15E09-EA67-432D-A7B5-CACB6206A8AE}" srcOrd="1" destOrd="0" presId="urn:microsoft.com/office/officeart/2016/7/layout/HorizontalActionList"/>
    <dgm:cxn modelId="{95935B89-1CBB-4B22-B277-EE18D324D6BB}" type="presParOf" srcId="{997039B4-CFC9-45F9-94DA-316021981070}" destId="{95B2184E-0604-49A6-A8DB-09EEA9928672}" srcOrd="2" destOrd="0" presId="urn:microsoft.com/office/officeart/2016/7/layout/HorizontalActionList"/>
    <dgm:cxn modelId="{9E0D596E-C42A-45D0-99E8-4E485B6F6CD8}" type="presParOf" srcId="{95B2184E-0604-49A6-A8DB-09EEA9928672}" destId="{3019DF8D-B7B0-4157-8258-DFFEBA54F64C}" srcOrd="0" destOrd="0" presId="urn:microsoft.com/office/officeart/2016/7/layout/HorizontalActionList"/>
    <dgm:cxn modelId="{E7CD552E-DDEE-4A4C-B228-AB1A29BDFCA2}" type="presParOf" srcId="{95B2184E-0604-49A6-A8DB-09EEA9928672}" destId="{D8F7FCA7-0232-479B-90E4-051BD8A90511}" srcOrd="1" destOrd="0" presId="urn:microsoft.com/office/officeart/2016/7/layout/HorizontalActionList"/>
    <dgm:cxn modelId="{4247E32C-EAF4-4049-97AF-2E5C0B38FADE}" type="presParOf" srcId="{997039B4-CFC9-45F9-94DA-316021981070}" destId="{020A55A8-5CB4-4AEB-99DE-15007CF183CE}" srcOrd="3" destOrd="0" presId="urn:microsoft.com/office/officeart/2016/7/layout/HorizontalActionList"/>
    <dgm:cxn modelId="{A44EB540-AD1E-4329-9F98-BAFB5C6F3DC8}" type="presParOf" srcId="{997039B4-CFC9-45F9-94DA-316021981070}" destId="{2CD98B14-8A1E-4391-8C46-9A9DDF8AE01C}" srcOrd="4" destOrd="0" presId="urn:microsoft.com/office/officeart/2016/7/layout/HorizontalActionList"/>
    <dgm:cxn modelId="{EC19134C-547F-46C4-B63B-B15A7466841E}" type="presParOf" srcId="{2CD98B14-8A1E-4391-8C46-9A9DDF8AE01C}" destId="{9EC50E96-9079-485E-9CCA-BAD1CEABF937}" srcOrd="0" destOrd="0" presId="urn:microsoft.com/office/officeart/2016/7/layout/HorizontalActionList"/>
    <dgm:cxn modelId="{882BAD15-2634-44DC-8148-E04BEFC3EB14}" type="presParOf" srcId="{2CD98B14-8A1E-4391-8C46-9A9DDF8AE01C}" destId="{F6DDB628-B069-4B1F-A0B5-E0D157AE1CD6}" srcOrd="1" destOrd="0" presId="urn:microsoft.com/office/officeart/2016/7/layout/HorizontalActionList"/>
    <dgm:cxn modelId="{CA7C531F-E758-4BB9-A749-A89200950241}" type="presParOf" srcId="{997039B4-CFC9-45F9-94DA-316021981070}" destId="{845E43C7-B315-4D61-ADB2-58725BB154B7}" srcOrd="5" destOrd="0" presId="urn:microsoft.com/office/officeart/2016/7/layout/HorizontalActionList"/>
    <dgm:cxn modelId="{1AA64956-307A-4CD6-B08F-7707BE8AB1CB}" type="presParOf" srcId="{997039B4-CFC9-45F9-94DA-316021981070}" destId="{9181D231-13D6-4A40-97E0-53BA0ED7BBD4}" srcOrd="6" destOrd="0" presId="urn:microsoft.com/office/officeart/2016/7/layout/HorizontalActionList"/>
    <dgm:cxn modelId="{C79F217B-5CDE-41FA-8A5C-792CB07EB2AA}" type="presParOf" srcId="{9181D231-13D6-4A40-97E0-53BA0ED7BBD4}" destId="{CD5E7235-0E1D-4CC1-A073-5D19C4BC808A}" srcOrd="0" destOrd="0" presId="urn:microsoft.com/office/officeart/2016/7/layout/HorizontalActionList"/>
    <dgm:cxn modelId="{B508783A-0B20-43DD-A8B2-952E0B5CC19D}" type="presParOf" srcId="{9181D231-13D6-4A40-97E0-53BA0ED7BBD4}" destId="{2370B2CF-5627-411E-A685-948F642EBDFE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ABCB7E9-41CA-4E40-82A1-B0628C3C555E}" type="doc">
      <dgm:prSet loTypeId="urn:microsoft.com/office/officeart/2016/7/layout/VerticalSolidAction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51A4D4-DB09-4B2C-BFA3-4066AFB0EE6F}">
      <dgm:prSet/>
      <dgm:spPr/>
      <dgm:t>
        <a:bodyPr/>
        <a:lstStyle/>
        <a:p>
          <a:r>
            <a:rPr lang="en-US" dirty="0"/>
            <a:t>Criteria</a:t>
          </a:r>
        </a:p>
      </dgm:t>
    </dgm:pt>
    <dgm:pt modelId="{EB66B724-17F0-4122-A6CD-08BD9EAFB98D}" type="parTrans" cxnId="{D113BEAD-A391-41E3-BA23-6344AA7EF66F}">
      <dgm:prSet/>
      <dgm:spPr/>
      <dgm:t>
        <a:bodyPr/>
        <a:lstStyle/>
        <a:p>
          <a:endParaRPr lang="en-US"/>
        </a:p>
      </dgm:t>
    </dgm:pt>
    <dgm:pt modelId="{A9055B3A-1C89-465A-A38A-A03E44AAA8A4}" type="sibTrans" cxnId="{D113BEAD-A391-41E3-BA23-6344AA7EF66F}">
      <dgm:prSet/>
      <dgm:spPr/>
      <dgm:t>
        <a:bodyPr/>
        <a:lstStyle/>
        <a:p>
          <a:endParaRPr lang="en-US"/>
        </a:p>
      </dgm:t>
    </dgm:pt>
    <dgm:pt modelId="{86494821-89D4-424C-B55F-0B617E97CD8D}">
      <dgm:prSet/>
      <dgm:spPr/>
      <dgm:t>
        <a:bodyPr/>
        <a:lstStyle/>
        <a:p>
          <a:r>
            <a:rPr lang="en-US" dirty="0"/>
            <a:t>Pages must be actionable and urgent (worth waking someone at 2 a.m.).</a:t>
          </a:r>
        </a:p>
      </dgm:t>
    </dgm:pt>
    <dgm:pt modelId="{D29B3107-0EE4-4B8D-9AE4-296CC216CEC4}" type="parTrans" cxnId="{4872C2AB-0817-4D85-8057-CFE09CC1BB79}">
      <dgm:prSet/>
      <dgm:spPr/>
      <dgm:t>
        <a:bodyPr/>
        <a:lstStyle/>
        <a:p>
          <a:endParaRPr lang="en-US"/>
        </a:p>
      </dgm:t>
    </dgm:pt>
    <dgm:pt modelId="{46379E06-6986-4D4B-8CC4-AD746A213185}" type="sibTrans" cxnId="{4872C2AB-0817-4D85-8057-CFE09CC1BB79}">
      <dgm:prSet/>
      <dgm:spPr/>
      <dgm:t>
        <a:bodyPr/>
        <a:lstStyle/>
        <a:p>
          <a:endParaRPr lang="en-US"/>
        </a:p>
      </dgm:t>
    </dgm:pt>
    <dgm:pt modelId="{1D173389-3DBB-4CBD-A11B-ABA97A35CD4A}">
      <dgm:prSet/>
      <dgm:spPr/>
      <dgm:t>
        <a:bodyPr/>
        <a:lstStyle/>
        <a:p>
          <a:r>
            <a:rPr lang="en-US" dirty="0"/>
            <a:t>Filter</a:t>
          </a:r>
        </a:p>
      </dgm:t>
    </dgm:pt>
    <dgm:pt modelId="{5E08E043-2B76-45CD-82C1-9F39DEB11B11}" type="parTrans" cxnId="{CDA9F3E2-47F4-40A5-94C0-9A5C014DE411}">
      <dgm:prSet/>
      <dgm:spPr/>
      <dgm:t>
        <a:bodyPr/>
        <a:lstStyle/>
        <a:p>
          <a:endParaRPr lang="en-US"/>
        </a:p>
      </dgm:t>
    </dgm:pt>
    <dgm:pt modelId="{758F6ED7-ED6C-4633-B6FC-E0CC86A9B80E}" type="sibTrans" cxnId="{CDA9F3E2-47F4-40A5-94C0-9A5C014DE411}">
      <dgm:prSet/>
      <dgm:spPr/>
      <dgm:t>
        <a:bodyPr/>
        <a:lstStyle/>
        <a:p>
          <a:endParaRPr lang="en-US"/>
        </a:p>
      </dgm:t>
    </dgm:pt>
    <dgm:pt modelId="{6996E94D-7779-4FE1-8D20-CA2C168FF940}">
      <dgm:prSet/>
      <dgm:spPr/>
      <dgm:t>
        <a:bodyPr/>
        <a:lstStyle/>
        <a:p>
          <a:r>
            <a:rPr lang="en-US" dirty="0"/>
            <a:t>Alert on user‑visible symptoms (SLOs) rather than every internal blip.</a:t>
          </a:r>
        </a:p>
      </dgm:t>
    </dgm:pt>
    <dgm:pt modelId="{AF194188-EBF5-4842-85BD-25BA105DDF47}" type="parTrans" cxnId="{550BE42C-8785-4A20-BEB2-3657EE16C2F5}">
      <dgm:prSet/>
      <dgm:spPr/>
      <dgm:t>
        <a:bodyPr/>
        <a:lstStyle/>
        <a:p>
          <a:endParaRPr lang="en-US"/>
        </a:p>
      </dgm:t>
    </dgm:pt>
    <dgm:pt modelId="{103A26F2-8D22-48E5-B971-15FBD6CEC36E}" type="sibTrans" cxnId="{550BE42C-8785-4A20-BEB2-3657EE16C2F5}">
      <dgm:prSet/>
      <dgm:spPr/>
      <dgm:t>
        <a:bodyPr/>
        <a:lstStyle/>
        <a:p>
          <a:endParaRPr lang="en-US"/>
        </a:p>
      </dgm:t>
    </dgm:pt>
    <dgm:pt modelId="{EB6FE20A-D4E0-4CD5-9684-4097000BDE84}">
      <dgm:prSet/>
      <dgm:spPr/>
      <dgm:t>
        <a:bodyPr/>
        <a:lstStyle/>
        <a:p>
          <a:r>
            <a:rPr lang="en-US" dirty="0"/>
            <a:t>Improve</a:t>
          </a:r>
        </a:p>
      </dgm:t>
    </dgm:pt>
    <dgm:pt modelId="{E0BF7621-855E-4F31-A551-DA8B1E6D1D47}" type="parTrans" cxnId="{BF43D82A-918E-4FEA-BA67-6664B4459983}">
      <dgm:prSet/>
      <dgm:spPr/>
      <dgm:t>
        <a:bodyPr/>
        <a:lstStyle/>
        <a:p>
          <a:endParaRPr lang="en-US"/>
        </a:p>
      </dgm:t>
    </dgm:pt>
    <dgm:pt modelId="{203229DB-1B78-4C41-9152-04DFCEF52F90}" type="sibTrans" cxnId="{BF43D82A-918E-4FEA-BA67-6664B4459983}">
      <dgm:prSet/>
      <dgm:spPr/>
      <dgm:t>
        <a:bodyPr/>
        <a:lstStyle/>
        <a:p>
          <a:endParaRPr lang="en-US"/>
        </a:p>
      </dgm:t>
    </dgm:pt>
    <dgm:pt modelId="{AE8503DA-10DA-433C-8A82-6C5900729DE1}">
      <dgm:prSet/>
      <dgm:spPr/>
      <dgm:t>
        <a:bodyPr/>
        <a:lstStyle/>
        <a:p>
          <a:r>
            <a:rPr lang="en-US"/>
            <a:t>Continuously prune noisy alerts; automate known responses where safe.</a:t>
          </a:r>
        </a:p>
      </dgm:t>
    </dgm:pt>
    <dgm:pt modelId="{C731AED5-2B7D-491C-B82C-06BFD6E267CA}" type="parTrans" cxnId="{E96A646E-49F2-4790-8BF0-60F69BFEFF79}">
      <dgm:prSet/>
      <dgm:spPr/>
      <dgm:t>
        <a:bodyPr/>
        <a:lstStyle/>
        <a:p>
          <a:endParaRPr lang="en-US"/>
        </a:p>
      </dgm:t>
    </dgm:pt>
    <dgm:pt modelId="{F7002485-F354-44A0-81AB-E709C5E64BB6}" type="sibTrans" cxnId="{E96A646E-49F2-4790-8BF0-60F69BFEFF79}">
      <dgm:prSet/>
      <dgm:spPr/>
      <dgm:t>
        <a:bodyPr/>
        <a:lstStyle/>
        <a:p>
          <a:endParaRPr lang="en-US"/>
        </a:p>
      </dgm:t>
    </dgm:pt>
    <dgm:pt modelId="{5312BFA4-6E8D-402A-8653-637C471CB958}" type="pres">
      <dgm:prSet presAssocID="{CABCB7E9-41CA-4E40-82A1-B0628C3C555E}" presName="Name0" presStyleCnt="0">
        <dgm:presLayoutVars>
          <dgm:dir/>
          <dgm:animLvl val="lvl"/>
          <dgm:resizeHandles val="exact"/>
        </dgm:presLayoutVars>
      </dgm:prSet>
      <dgm:spPr/>
    </dgm:pt>
    <dgm:pt modelId="{E8AAFC3A-AF5F-4A1C-8983-9EB5C15A6164}" type="pres">
      <dgm:prSet presAssocID="{8151A4D4-DB09-4B2C-BFA3-4066AFB0EE6F}" presName="linNode" presStyleCnt="0"/>
      <dgm:spPr/>
    </dgm:pt>
    <dgm:pt modelId="{AB7C4DC7-29FB-4D9B-8A10-591C8D6DE1EE}" type="pres">
      <dgm:prSet presAssocID="{8151A4D4-DB09-4B2C-BFA3-4066AFB0EE6F}" presName="parentText" presStyleLbl="alignNode1" presStyleIdx="0" presStyleCnt="3">
        <dgm:presLayoutVars>
          <dgm:chMax val="1"/>
          <dgm:bulletEnabled/>
        </dgm:presLayoutVars>
      </dgm:prSet>
      <dgm:spPr/>
    </dgm:pt>
    <dgm:pt modelId="{317FBD48-DB1E-44ED-AE19-FA6A226451C0}" type="pres">
      <dgm:prSet presAssocID="{8151A4D4-DB09-4B2C-BFA3-4066AFB0EE6F}" presName="descendantText" presStyleLbl="alignAccFollowNode1" presStyleIdx="0" presStyleCnt="3">
        <dgm:presLayoutVars>
          <dgm:bulletEnabled/>
        </dgm:presLayoutVars>
      </dgm:prSet>
      <dgm:spPr/>
    </dgm:pt>
    <dgm:pt modelId="{3B1C7EB9-D842-49AB-8E59-33C18C655408}" type="pres">
      <dgm:prSet presAssocID="{A9055B3A-1C89-465A-A38A-A03E44AAA8A4}" presName="sp" presStyleCnt="0"/>
      <dgm:spPr/>
    </dgm:pt>
    <dgm:pt modelId="{72BFDB2C-F805-4B77-8607-9539136AF2EF}" type="pres">
      <dgm:prSet presAssocID="{1D173389-3DBB-4CBD-A11B-ABA97A35CD4A}" presName="linNode" presStyleCnt="0"/>
      <dgm:spPr/>
    </dgm:pt>
    <dgm:pt modelId="{CB1396FA-5707-46B7-B675-6165D76360EC}" type="pres">
      <dgm:prSet presAssocID="{1D173389-3DBB-4CBD-A11B-ABA97A35CD4A}" presName="parentText" presStyleLbl="alignNode1" presStyleIdx="1" presStyleCnt="3">
        <dgm:presLayoutVars>
          <dgm:chMax val="1"/>
          <dgm:bulletEnabled/>
        </dgm:presLayoutVars>
      </dgm:prSet>
      <dgm:spPr/>
    </dgm:pt>
    <dgm:pt modelId="{6C5B60AF-A897-4E53-87D4-39B4F6C3D7AF}" type="pres">
      <dgm:prSet presAssocID="{1D173389-3DBB-4CBD-A11B-ABA97A35CD4A}" presName="descendantText" presStyleLbl="alignAccFollowNode1" presStyleIdx="1" presStyleCnt="3">
        <dgm:presLayoutVars>
          <dgm:bulletEnabled/>
        </dgm:presLayoutVars>
      </dgm:prSet>
      <dgm:spPr/>
    </dgm:pt>
    <dgm:pt modelId="{044C079B-B88A-4974-AD1B-84BAFEB5F280}" type="pres">
      <dgm:prSet presAssocID="{758F6ED7-ED6C-4633-B6FC-E0CC86A9B80E}" presName="sp" presStyleCnt="0"/>
      <dgm:spPr/>
    </dgm:pt>
    <dgm:pt modelId="{C4C3D543-C368-43CB-8833-6D0BAE2B1C7C}" type="pres">
      <dgm:prSet presAssocID="{EB6FE20A-D4E0-4CD5-9684-4097000BDE84}" presName="linNode" presStyleCnt="0"/>
      <dgm:spPr/>
    </dgm:pt>
    <dgm:pt modelId="{0F26E2D5-102F-4589-A55E-ECD114A3F04E}" type="pres">
      <dgm:prSet presAssocID="{EB6FE20A-D4E0-4CD5-9684-4097000BDE84}" presName="parentText" presStyleLbl="alignNode1" presStyleIdx="2" presStyleCnt="3">
        <dgm:presLayoutVars>
          <dgm:chMax val="1"/>
          <dgm:bulletEnabled/>
        </dgm:presLayoutVars>
      </dgm:prSet>
      <dgm:spPr/>
    </dgm:pt>
    <dgm:pt modelId="{C0A2C56A-A444-44E7-900C-711766B7564E}" type="pres">
      <dgm:prSet presAssocID="{EB6FE20A-D4E0-4CD5-9684-4097000BDE84}" presName="descendantText" presStyleLbl="alignAccFollowNode1" presStyleIdx="2" presStyleCnt="3">
        <dgm:presLayoutVars>
          <dgm:bulletEnabled/>
        </dgm:presLayoutVars>
      </dgm:prSet>
      <dgm:spPr/>
    </dgm:pt>
  </dgm:ptLst>
  <dgm:cxnLst>
    <dgm:cxn modelId="{DF32100F-B207-4FE6-889D-0C4E9B945872}" type="presOf" srcId="{6996E94D-7779-4FE1-8D20-CA2C168FF940}" destId="{6C5B60AF-A897-4E53-87D4-39B4F6C3D7AF}" srcOrd="0" destOrd="0" presId="urn:microsoft.com/office/officeart/2016/7/layout/VerticalSolidActionList"/>
    <dgm:cxn modelId="{BF43D82A-918E-4FEA-BA67-6664B4459983}" srcId="{CABCB7E9-41CA-4E40-82A1-B0628C3C555E}" destId="{EB6FE20A-D4E0-4CD5-9684-4097000BDE84}" srcOrd="2" destOrd="0" parTransId="{E0BF7621-855E-4F31-A551-DA8B1E6D1D47}" sibTransId="{203229DB-1B78-4C41-9152-04DFCEF52F90}"/>
    <dgm:cxn modelId="{550BE42C-8785-4A20-BEB2-3657EE16C2F5}" srcId="{1D173389-3DBB-4CBD-A11B-ABA97A35CD4A}" destId="{6996E94D-7779-4FE1-8D20-CA2C168FF940}" srcOrd="0" destOrd="0" parTransId="{AF194188-EBF5-4842-85BD-25BA105DDF47}" sibTransId="{103A26F2-8D22-48E5-B971-15FBD6CEC36E}"/>
    <dgm:cxn modelId="{E96A646E-49F2-4790-8BF0-60F69BFEFF79}" srcId="{EB6FE20A-D4E0-4CD5-9684-4097000BDE84}" destId="{AE8503DA-10DA-433C-8A82-6C5900729DE1}" srcOrd="0" destOrd="0" parTransId="{C731AED5-2B7D-491C-B82C-06BFD6E267CA}" sibTransId="{F7002485-F354-44A0-81AB-E709C5E64BB6}"/>
    <dgm:cxn modelId="{50B2028E-2884-48DB-B9A2-6F5A206550B7}" type="presOf" srcId="{CABCB7E9-41CA-4E40-82A1-B0628C3C555E}" destId="{5312BFA4-6E8D-402A-8653-637C471CB958}" srcOrd="0" destOrd="0" presId="urn:microsoft.com/office/officeart/2016/7/layout/VerticalSolidActionList"/>
    <dgm:cxn modelId="{E4FD2C90-25A5-48EC-99EC-BE0E1D33C779}" type="presOf" srcId="{86494821-89D4-424C-B55F-0B617E97CD8D}" destId="{317FBD48-DB1E-44ED-AE19-FA6A226451C0}" srcOrd="0" destOrd="0" presId="urn:microsoft.com/office/officeart/2016/7/layout/VerticalSolidActionList"/>
    <dgm:cxn modelId="{4872C2AB-0817-4D85-8057-CFE09CC1BB79}" srcId="{8151A4D4-DB09-4B2C-BFA3-4066AFB0EE6F}" destId="{86494821-89D4-424C-B55F-0B617E97CD8D}" srcOrd="0" destOrd="0" parTransId="{D29B3107-0EE4-4B8D-9AE4-296CC216CEC4}" sibTransId="{46379E06-6986-4D4B-8CC4-AD746A213185}"/>
    <dgm:cxn modelId="{D113BEAD-A391-41E3-BA23-6344AA7EF66F}" srcId="{CABCB7E9-41CA-4E40-82A1-B0628C3C555E}" destId="{8151A4D4-DB09-4B2C-BFA3-4066AFB0EE6F}" srcOrd="0" destOrd="0" parTransId="{EB66B724-17F0-4122-A6CD-08BD9EAFB98D}" sibTransId="{A9055B3A-1C89-465A-A38A-A03E44AAA8A4}"/>
    <dgm:cxn modelId="{FBD03CBC-E94E-4DD4-8061-887E128B9C9B}" type="presOf" srcId="{1D173389-3DBB-4CBD-A11B-ABA97A35CD4A}" destId="{CB1396FA-5707-46B7-B675-6165D76360EC}" srcOrd="0" destOrd="0" presId="urn:microsoft.com/office/officeart/2016/7/layout/VerticalSolidActionList"/>
    <dgm:cxn modelId="{140504D5-49B1-45D7-98E5-3BA9E4669B26}" type="presOf" srcId="{AE8503DA-10DA-433C-8A82-6C5900729DE1}" destId="{C0A2C56A-A444-44E7-900C-711766B7564E}" srcOrd="0" destOrd="0" presId="urn:microsoft.com/office/officeart/2016/7/layout/VerticalSolidActionList"/>
    <dgm:cxn modelId="{304DD7DA-8446-41A1-9BD6-2E81B06DF50D}" type="presOf" srcId="{EB6FE20A-D4E0-4CD5-9684-4097000BDE84}" destId="{0F26E2D5-102F-4589-A55E-ECD114A3F04E}" srcOrd="0" destOrd="0" presId="urn:microsoft.com/office/officeart/2016/7/layout/VerticalSolidActionList"/>
    <dgm:cxn modelId="{DD1228E0-C3ED-427A-B860-B1D4DE75FC04}" type="presOf" srcId="{8151A4D4-DB09-4B2C-BFA3-4066AFB0EE6F}" destId="{AB7C4DC7-29FB-4D9B-8A10-591C8D6DE1EE}" srcOrd="0" destOrd="0" presId="urn:microsoft.com/office/officeart/2016/7/layout/VerticalSolidActionList"/>
    <dgm:cxn modelId="{CDA9F3E2-47F4-40A5-94C0-9A5C014DE411}" srcId="{CABCB7E9-41CA-4E40-82A1-B0628C3C555E}" destId="{1D173389-3DBB-4CBD-A11B-ABA97A35CD4A}" srcOrd="1" destOrd="0" parTransId="{5E08E043-2B76-45CD-82C1-9F39DEB11B11}" sibTransId="{758F6ED7-ED6C-4633-B6FC-E0CC86A9B80E}"/>
    <dgm:cxn modelId="{8139CAC7-1F1A-46B9-87DA-37049C28F46D}" type="presParOf" srcId="{5312BFA4-6E8D-402A-8653-637C471CB958}" destId="{E8AAFC3A-AF5F-4A1C-8983-9EB5C15A6164}" srcOrd="0" destOrd="0" presId="urn:microsoft.com/office/officeart/2016/7/layout/VerticalSolidActionList"/>
    <dgm:cxn modelId="{FBD871C4-AE34-41D7-A7F5-F351874F6CCD}" type="presParOf" srcId="{E8AAFC3A-AF5F-4A1C-8983-9EB5C15A6164}" destId="{AB7C4DC7-29FB-4D9B-8A10-591C8D6DE1EE}" srcOrd="0" destOrd="0" presId="urn:microsoft.com/office/officeart/2016/7/layout/VerticalSolidActionList"/>
    <dgm:cxn modelId="{B0D6397C-5355-43DF-8DDF-2DDF1D9A2C37}" type="presParOf" srcId="{E8AAFC3A-AF5F-4A1C-8983-9EB5C15A6164}" destId="{317FBD48-DB1E-44ED-AE19-FA6A226451C0}" srcOrd="1" destOrd="0" presId="urn:microsoft.com/office/officeart/2016/7/layout/VerticalSolidActionList"/>
    <dgm:cxn modelId="{D72E359D-CA68-4E17-9E3F-69C616DA9A2C}" type="presParOf" srcId="{5312BFA4-6E8D-402A-8653-637C471CB958}" destId="{3B1C7EB9-D842-49AB-8E59-33C18C655408}" srcOrd="1" destOrd="0" presId="urn:microsoft.com/office/officeart/2016/7/layout/VerticalSolidActionList"/>
    <dgm:cxn modelId="{658E8C79-9E47-42B8-8FFB-030F9A808E84}" type="presParOf" srcId="{5312BFA4-6E8D-402A-8653-637C471CB958}" destId="{72BFDB2C-F805-4B77-8607-9539136AF2EF}" srcOrd="2" destOrd="0" presId="urn:microsoft.com/office/officeart/2016/7/layout/VerticalSolidActionList"/>
    <dgm:cxn modelId="{B03FA14F-E91B-4619-AEB8-5874FEC37DDC}" type="presParOf" srcId="{72BFDB2C-F805-4B77-8607-9539136AF2EF}" destId="{CB1396FA-5707-46B7-B675-6165D76360EC}" srcOrd="0" destOrd="0" presId="urn:microsoft.com/office/officeart/2016/7/layout/VerticalSolidActionList"/>
    <dgm:cxn modelId="{72CE1509-F74C-44C0-9C41-5A46FA66C99E}" type="presParOf" srcId="{72BFDB2C-F805-4B77-8607-9539136AF2EF}" destId="{6C5B60AF-A897-4E53-87D4-39B4F6C3D7AF}" srcOrd="1" destOrd="0" presId="urn:microsoft.com/office/officeart/2016/7/layout/VerticalSolidActionList"/>
    <dgm:cxn modelId="{96B94FDA-3ED1-4078-ABEB-1E42474EBA5E}" type="presParOf" srcId="{5312BFA4-6E8D-402A-8653-637C471CB958}" destId="{044C079B-B88A-4974-AD1B-84BAFEB5F280}" srcOrd="3" destOrd="0" presId="urn:microsoft.com/office/officeart/2016/7/layout/VerticalSolidActionList"/>
    <dgm:cxn modelId="{B14D8C5A-4231-419C-BAF3-C4ACBD84164F}" type="presParOf" srcId="{5312BFA4-6E8D-402A-8653-637C471CB958}" destId="{C4C3D543-C368-43CB-8833-6D0BAE2B1C7C}" srcOrd="4" destOrd="0" presId="urn:microsoft.com/office/officeart/2016/7/layout/VerticalSolidActionList"/>
    <dgm:cxn modelId="{F65A9877-1EC4-439A-8D93-C982B112E49F}" type="presParOf" srcId="{C4C3D543-C368-43CB-8833-6D0BAE2B1C7C}" destId="{0F26E2D5-102F-4589-A55E-ECD114A3F04E}" srcOrd="0" destOrd="0" presId="urn:microsoft.com/office/officeart/2016/7/layout/VerticalSolidActionList"/>
    <dgm:cxn modelId="{5FAE0653-6DE6-411D-8747-6E095253284F}" type="presParOf" srcId="{C4C3D543-C368-43CB-8833-6D0BAE2B1C7C}" destId="{C0A2C56A-A444-44E7-900C-711766B7564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2A09C0-3AC0-4104-A1DB-15E677C75DF8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41E82C00-17B6-4771-BDB5-86F4A883647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Structured handoff: recent incidents, known risks, planned changes.</a:t>
          </a:r>
          <a:endParaRPr lang="en-US" dirty="0"/>
        </a:p>
      </dgm:t>
    </dgm:pt>
    <dgm:pt modelId="{225C974E-1DD8-4A68-8BE7-EAA8A86FF829}" type="parTrans" cxnId="{069A5898-497B-4646-A6CD-9D8F03F13439}">
      <dgm:prSet/>
      <dgm:spPr/>
      <dgm:t>
        <a:bodyPr/>
        <a:lstStyle/>
        <a:p>
          <a:endParaRPr lang="en-US"/>
        </a:p>
      </dgm:t>
    </dgm:pt>
    <dgm:pt modelId="{47641D07-1DA3-4EFE-B95F-1EAE03184317}" type="sibTrans" cxnId="{069A5898-497B-4646-A6CD-9D8F03F13439}">
      <dgm:prSet/>
      <dgm:spPr/>
      <dgm:t>
        <a:bodyPr/>
        <a:lstStyle/>
        <a:p>
          <a:endParaRPr lang="en-US"/>
        </a:p>
      </dgm:t>
    </dgm:pt>
    <dgm:pt modelId="{912548B4-F1EC-4A71-9D08-91F5FE9FE18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Runbooks with step‑by‑step mitigations and clearly defined owners.</a:t>
          </a:r>
          <a:endParaRPr lang="en-US" dirty="0"/>
        </a:p>
      </dgm:t>
    </dgm:pt>
    <dgm:pt modelId="{3A32E378-8B31-4010-8850-0542B19FF2E4}" type="parTrans" cxnId="{653B1736-03FB-4D55-B580-5F44159DB807}">
      <dgm:prSet/>
      <dgm:spPr/>
      <dgm:t>
        <a:bodyPr/>
        <a:lstStyle/>
        <a:p>
          <a:endParaRPr lang="en-US"/>
        </a:p>
      </dgm:t>
    </dgm:pt>
    <dgm:pt modelId="{BE00B217-8915-4EC3-9721-4DC2DE38BD4C}" type="sibTrans" cxnId="{653B1736-03FB-4D55-B580-5F44159DB807}">
      <dgm:prSet/>
      <dgm:spPr/>
      <dgm:t>
        <a:bodyPr/>
        <a:lstStyle/>
        <a:p>
          <a:endParaRPr lang="en-US"/>
        </a:p>
      </dgm:t>
    </dgm:pt>
    <dgm:pt modelId="{B6011C9A-836D-4C07-A560-8838351399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dirty="0"/>
            <a:t>Access readiness: VPN, dashboards, logs, feature flags, rollback tools.</a:t>
          </a:r>
          <a:endParaRPr lang="en-US" dirty="0"/>
        </a:p>
      </dgm:t>
    </dgm:pt>
    <dgm:pt modelId="{4D1C3B98-4ADF-4502-A1DA-4B1776BBFFEF}" type="parTrans" cxnId="{295EA423-68A9-4D2A-AC92-BC4B734222FA}">
      <dgm:prSet/>
      <dgm:spPr/>
      <dgm:t>
        <a:bodyPr/>
        <a:lstStyle/>
        <a:p>
          <a:endParaRPr lang="en-US"/>
        </a:p>
      </dgm:t>
    </dgm:pt>
    <dgm:pt modelId="{4884208B-46A9-4F62-A605-2A6721BB74A6}" type="sibTrans" cxnId="{295EA423-68A9-4D2A-AC92-BC4B734222FA}">
      <dgm:prSet/>
      <dgm:spPr/>
      <dgm:t>
        <a:bodyPr/>
        <a:lstStyle/>
        <a:p>
          <a:endParaRPr lang="en-US"/>
        </a:p>
      </dgm:t>
    </dgm:pt>
    <dgm:pt modelId="{9C83B7A7-8DC9-41AA-816F-BE947EDE35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Shadow rotations for new engineers; rehearsal with game days.</a:t>
          </a:r>
          <a:endParaRPr lang="en-US"/>
        </a:p>
      </dgm:t>
    </dgm:pt>
    <dgm:pt modelId="{F900B7B9-08AF-4A03-A072-C5172F6513F6}" type="parTrans" cxnId="{9D9D575D-7459-4E66-91C5-D3B420155CC9}">
      <dgm:prSet/>
      <dgm:spPr/>
      <dgm:t>
        <a:bodyPr/>
        <a:lstStyle/>
        <a:p>
          <a:endParaRPr lang="en-US"/>
        </a:p>
      </dgm:t>
    </dgm:pt>
    <dgm:pt modelId="{EBEE8A63-489C-4098-9A04-3436C0FB6AC7}" type="sibTrans" cxnId="{9D9D575D-7459-4E66-91C5-D3B420155CC9}">
      <dgm:prSet/>
      <dgm:spPr/>
      <dgm:t>
        <a:bodyPr/>
        <a:lstStyle/>
        <a:p>
          <a:endParaRPr lang="en-US"/>
        </a:p>
      </dgm:t>
    </dgm:pt>
    <dgm:pt modelId="{487A605A-0ADD-404F-B6C6-93B42A4089CC}" type="pres">
      <dgm:prSet presAssocID="{D82A09C0-3AC0-4104-A1DB-15E677C75DF8}" presName="root" presStyleCnt="0">
        <dgm:presLayoutVars>
          <dgm:dir/>
          <dgm:resizeHandles val="exact"/>
        </dgm:presLayoutVars>
      </dgm:prSet>
      <dgm:spPr/>
    </dgm:pt>
    <dgm:pt modelId="{E5D722D4-6FE7-4220-AEE5-7634EEE00B32}" type="pres">
      <dgm:prSet presAssocID="{41E82C00-17B6-4771-BDB5-86F4A8836477}" presName="compNode" presStyleCnt="0"/>
      <dgm:spPr/>
    </dgm:pt>
    <dgm:pt modelId="{F4FA3982-6A2A-4E97-AF5A-24B3A9D9D9EB}" type="pres">
      <dgm:prSet presAssocID="{41E82C00-17B6-4771-BDB5-86F4A8836477}" presName="bgRect" presStyleLbl="bgShp" presStyleIdx="0" presStyleCnt="4"/>
      <dgm:spPr/>
    </dgm:pt>
    <dgm:pt modelId="{AE756C99-E851-4EB6-AD84-4E19DCC20DF0}" type="pres">
      <dgm:prSet presAssocID="{41E82C00-17B6-4771-BDB5-86F4A883647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561AD172-D8CF-480F-85BB-91340D0600DE}" type="pres">
      <dgm:prSet presAssocID="{41E82C00-17B6-4771-BDB5-86F4A8836477}" presName="spaceRect" presStyleCnt="0"/>
      <dgm:spPr/>
    </dgm:pt>
    <dgm:pt modelId="{CD566492-13EF-4D25-845B-2499D9687385}" type="pres">
      <dgm:prSet presAssocID="{41E82C00-17B6-4771-BDB5-86F4A8836477}" presName="parTx" presStyleLbl="revTx" presStyleIdx="0" presStyleCnt="4">
        <dgm:presLayoutVars>
          <dgm:chMax val="0"/>
          <dgm:chPref val="0"/>
        </dgm:presLayoutVars>
      </dgm:prSet>
      <dgm:spPr/>
    </dgm:pt>
    <dgm:pt modelId="{49462359-4004-49E6-8FAA-A71201AFD099}" type="pres">
      <dgm:prSet presAssocID="{47641D07-1DA3-4EFE-B95F-1EAE03184317}" presName="sibTrans" presStyleCnt="0"/>
      <dgm:spPr/>
    </dgm:pt>
    <dgm:pt modelId="{91858E72-83A3-456A-B97E-88AE4284D0B1}" type="pres">
      <dgm:prSet presAssocID="{912548B4-F1EC-4A71-9D08-91F5FE9FE183}" presName="compNode" presStyleCnt="0"/>
      <dgm:spPr/>
    </dgm:pt>
    <dgm:pt modelId="{9D6C8C00-4E2C-40B7-A6D4-0252FE552DB6}" type="pres">
      <dgm:prSet presAssocID="{912548B4-F1EC-4A71-9D08-91F5FE9FE183}" presName="bgRect" presStyleLbl="bgShp" presStyleIdx="1" presStyleCnt="4"/>
      <dgm:spPr/>
    </dgm:pt>
    <dgm:pt modelId="{DE43C927-6A3E-44B4-B21F-FCBC00067991}" type="pres">
      <dgm:prSet presAssocID="{912548B4-F1EC-4A71-9D08-91F5FE9FE18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26AA369E-5678-4477-B45E-5C3F936E17EF}" type="pres">
      <dgm:prSet presAssocID="{912548B4-F1EC-4A71-9D08-91F5FE9FE183}" presName="spaceRect" presStyleCnt="0"/>
      <dgm:spPr/>
    </dgm:pt>
    <dgm:pt modelId="{D1DA616A-3494-44E9-B287-E1DF03FF5984}" type="pres">
      <dgm:prSet presAssocID="{912548B4-F1EC-4A71-9D08-91F5FE9FE183}" presName="parTx" presStyleLbl="revTx" presStyleIdx="1" presStyleCnt="4">
        <dgm:presLayoutVars>
          <dgm:chMax val="0"/>
          <dgm:chPref val="0"/>
        </dgm:presLayoutVars>
      </dgm:prSet>
      <dgm:spPr/>
    </dgm:pt>
    <dgm:pt modelId="{0F8B3A3E-83D4-4701-A8F8-2693F20632AD}" type="pres">
      <dgm:prSet presAssocID="{BE00B217-8915-4EC3-9721-4DC2DE38BD4C}" presName="sibTrans" presStyleCnt="0"/>
      <dgm:spPr/>
    </dgm:pt>
    <dgm:pt modelId="{CA7695B2-9005-4466-9B46-E2BCDC54D3EF}" type="pres">
      <dgm:prSet presAssocID="{B6011C9A-836D-4C07-A560-88383513999F}" presName="compNode" presStyleCnt="0"/>
      <dgm:spPr/>
    </dgm:pt>
    <dgm:pt modelId="{B76EBFED-FCBA-411B-9DD6-1F4233BACDF2}" type="pres">
      <dgm:prSet presAssocID="{B6011C9A-836D-4C07-A560-88383513999F}" presName="bgRect" presStyleLbl="bgShp" presStyleIdx="2" presStyleCnt="4"/>
      <dgm:spPr/>
    </dgm:pt>
    <dgm:pt modelId="{0DCA2C75-4B3C-4CF0-9AF0-AD188F5B14F3}" type="pres">
      <dgm:prSet presAssocID="{B6011C9A-836D-4C07-A560-88383513999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14CB5DDD-8A4A-400A-A28C-0C04CDC7FC61}" type="pres">
      <dgm:prSet presAssocID="{B6011C9A-836D-4C07-A560-88383513999F}" presName="spaceRect" presStyleCnt="0"/>
      <dgm:spPr/>
    </dgm:pt>
    <dgm:pt modelId="{F8C98663-506F-4C72-8B72-ED66A9BE4C78}" type="pres">
      <dgm:prSet presAssocID="{B6011C9A-836D-4C07-A560-88383513999F}" presName="parTx" presStyleLbl="revTx" presStyleIdx="2" presStyleCnt="4">
        <dgm:presLayoutVars>
          <dgm:chMax val="0"/>
          <dgm:chPref val="0"/>
        </dgm:presLayoutVars>
      </dgm:prSet>
      <dgm:spPr/>
    </dgm:pt>
    <dgm:pt modelId="{C0B76826-7E54-47C2-A271-64C7D27CF27A}" type="pres">
      <dgm:prSet presAssocID="{4884208B-46A9-4F62-A605-2A6721BB74A6}" presName="sibTrans" presStyleCnt="0"/>
      <dgm:spPr/>
    </dgm:pt>
    <dgm:pt modelId="{7B5F60D8-9CD2-426E-AC63-05424838DA92}" type="pres">
      <dgm:prSet presAssocID="{9C83B7A7-8DC9-41AA-816F-BE947EDE35F2}" presName="compNode" presStyleCnt="0"/>
      <dgm:spPr/>
    </dgm:pt>
    <dgm:pt modelId="{05820AF4-D785-4932-B750-55EF9F5F8D55}" type="pres">
      <dgm:prSet presAssocID="{9C83B7A7-8DC9-41AA-816F-BE947EDE35F2}" presName="bgRect" presStyleLbl="bgShp" presStyleIdx="3" presStyleCnt="4"/>
      <dgm:spPr/>
    </dgm:pt>
    <dgm:pt modelId="{78248A91-EBFF-4DEC-8EAF-D14A838CA953}" type="pres">
      <dgm:prSet presAssocID="{9C83B7A7-8DC9-41AA-816F-BE947EDE35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uffle with solid fill"/>
        </a:ext>
      </dgm:extLst>
    </dgm:pt>
    <dgm:pt modelId="{389819D5-D008-4695-AFF6-BA611782DD67}" type="pres">
      <dgm:prSet presAssocID="{9C83B7A7-8DC9-41AA-816F-BE947EDE35F2}" presName="spaceRect" presStyleCnt="0"/>
      <dgm:spPr/>
    </dgm:pt>
    <dgm:pt modelId="{E00202AA-23DB-4635-B090-964C984A75AB}" type="pres">
      <dgm:prSet presAssocID="{9C83B7A7-8DC9-41AA-816F-BE947EDE35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295EA423-68A9-4D2A-AC92-BC4B734222FA}" srcId="{D82A09C0-3AC0-4104-A1DB-15E677C75DF8}" destId="{B6011C9A-836D-4C07-A560-88383513999F}" srcOrd="2" destOrd="0" parTransId="{4D1C3B98-4ADF-4502-A1DA-4B1776BBFFEF}" sibTransId="{4884208B-46A9-4F62-A605-2A6721BB74A6}"/>
    <dgm:cxn modelId="{961E432F-E34B-4EFB-9DFB-99A2E5ACEBCB}" type="presOf" srcId="{912548B4-F1EC-4A71-9D08-91F5FE9FE183}" destId="{D1DA616A-3494-44E9-B287-E1DF03FF5984}" srcOrd="0" destOrd="0" presId="urn:microsoft.com/office/officeart/2018/2/layout/IconVerticalSolidList"/>
    <dgm:cxn modelId="{653B1736-03FB-4D55-B580-5F44159DB807}" srcId="{D82A09C0-3AC0-4104-A1DB-15E677C75DF8}" destId="{912548B4-F1EC-4A71-9D08-91F5FE9FE183}" srcOrd="1" destOrd="0" parTransId="{3A32E378-8B31-4010-8850-0542B19FF2E4}" sibTransId="{BE00B217-8915-4EC3-9721-4DC2DE38BD4C}"/>
    <dgm:cxn modelId="{9D9D575D-7459-4E66-91C5-D3B420155CC9}" srcId="{D82A09C0-3AC0-4104-A1DB-15E677C75DF8}" destId="{9C83B7A7-8DC9-41AA-816F-BE947EDE35F2}" srcOrd="3" destOrd="0" parTransId="{F900B7B9-08AF-4A03-A072-C5172F6513F6}" sibTransId="{EBEE8A63-489C-4098-9A04-3436C0FB6AC7}"/>
    <dgm:cxn modelId="{483B1B57-65BD-486E-824F-2561CE09CCC6}" type="presOf" srcId="{41E82C00-17B6-4771-BDB5-86F4A8836477}" destId="{CD566492-13EF-4D25-845B-2499D9687385}" srcOrd="0" destOrd="0" presId="urn:microsoft.com/office/officeart/2018/2/layout/IconVerticalSolidList"/>
    <dgm:cxn modelId="{069A5898-497B-4646-A6CD-9D8F03F13439}" srcId="{D82A09C0-3AC0-4104-A1DB-15E677C75DF8}" destId="{41E82C00-17B6-4771-BDB5-86F4A8836477}" srcOrd="0" destOrd="0" parTransId="{225C974E-1DD8-4A68-8BE7-EAA8A86FF829}" sibTransId="{47641D07-1DA3-4EFE-B95F-1EAE03184317}"/>
    <dgm:cxn modelId="{85B623AB-7CB6-4518-80D2-24DACDEF07D8}" type="presOf" srcId="{B6011C9A-836D-4C07-A560-88383513999F}" destId="{F8C98663-506F-4C72-8B72-ED66A9BE4C78}" srcOrd="0" destOrd="0" presId="urn:microsoft.com/office/officeart/2018/2/layout/IconVerticalSolidList"/>
    <dgm:cxn modelId="{D0D07BCE-0D5E-4A09-BF1E-AEEDF51B7E69}" type="presOf" srcId="{D82A09C0-3AC0-4104-A1DB-15E677C75DF8}" destId="{487A605A-0ADD-404F-B6C6-93B42A4089CC}" srcOrd="0" destOrd="0" presId="urn:microsoft.com/office/officeart/2018/2/layout/IconVerticalSolidList"/>
    <dgm:cxn modelId="{1DBBA5E2-BE2F-4B27-BE25-1AD63F59A5C2}" type="presOf" srcId="{9C83B7A7-8DC9-41AA-816F-BE947EDE35F2}" destId="{E00202AA-23DB-4635-B090-964C984A75AB}" srcOrd="0" destOrd="0" presId="urn:microsoft.com/office/officeart/2018/2/layout/IconVerticalSolidList"/>
    <dgm:cxn modelId="{0842B899-61AB-43CD-8BFA-A65DE831DC2C}" type="presParOf" srcId="{487A605A-0ADD-404F-B6C6-93B42A4089CC}" destId="{E5D722D4-6FE7-4220-AEE5-7634EEE00B32}" srcOrd="0" destOrd="0" presId="urn:microsoft.com/office/officeart/2018/2/layout/IconVerticalSolidList"/>
    <dgm:cxn modelId="{0C30CCA7-F1BB-4008-805F-D34E8A2E0594}" type="presParOf" srcId="{E5D722D4-6FE7-4220-AEE5-7634EEE00B32}" destId="{F4FA3982-6A2A-4E97-AF5A-24B3A9D9D9EB}" srcOrd="0" destOrd="0" presId="urn:microsoft.com/office/officeart/2018/2/layout/IconVerticalSolidList"/>
    <dgm:cxn modelId="{0D090458-F32B-4EE7-B874-0EE5494EA604}" type="presParOf" srcId="{E5D722D4-6FE7-4220-AEE5-7634EEE00B32}" destId="{AE756C99-E851-4EB6-AD84-4E19DCC20DF0}" srcOrd="1" destOrd="0" presId="urn:microsoft.com/office/officeart/2018/2/layout/IconVerticalSolidList"/>
    <dgm:cxn modelId="{187DB7BC-84C9-42CA-9A3E-BC54BD579961}" type="presParOf" srcId="{E5D722D4-6FE7-4220-AEE5-7634EEE00B32}" destId="{561AD172-D8CF-480F-85BB-91340D0600DE}" srcOrd="2" destOrd="0" presId="urn:microsoft.com/office/officeart/2018/2/layout/IconVerticalSolidList"/>
    <dgm:cxn modelId="{B69AC92F-DBD9-4954-9F56-2C66A1DCA2C1}" type="presParOf" srcId="{E5D722D4-6FE7-4220-AEE5-7634EEE00B32}" destId="{CD566492-13EF-4D25-845B-2499D9687385}" srcOrd="3" destOrd="0" presId="urn:microsoft.com/office/officeart/2018/2/layout/IconVerticalSolidList"/>
    <dgm:cxn modelId="{2D3A411D-6624-465F-A9A2-C91F10805DCC}" type="presParOf" srcId="{487A605A-0ADD-404F-B6C6-93B42A4089CC}" destId="{49462359-4004-49E6-8FAA-A71201AFD099}" srcOrd="1" destOrd="0" presId="urn:microsoft.com/office/officeart/2018/2/layout/IconVerticalSolidList"/>
    <dgm:cxn modelId="{E805B844-1667-4D5B-8EDB-4A0230DA8EC6}" type="presParOf" srcId="{487A605A-0ADD-404F-B6C6-93B42A4089CC}" destId="{91858E72-83A3-456A-B97E-88AE4284D0B1}" srcOrd="2" destOrd="0" presId="urn:microsoft.com/office/officeart/2018/2/layout/IconVerticalSolidList"/>
    <dgm:cxn modelId="{D9830E1D-AC1E-4806-B756-6C8C5A6160FE}" type="presParOf" srcId="{91858E72-83A3-456A-B97E-88AE4284D0B1}" destId="{9D6C8C00-4E2C-40B7-A6D4-0252FE552DB6}" srcOrd="0" destOrd="0" presId="urn:microsoft.com/office/officeart/2018/2/layout/IconVerticalSolidList"/>
    <dgm:cxn modelId="{116010BA-EC60-488F-9AC2-3FE3C2E45B1D}" type="presParOf" srcId="{91858E72-83A3-456A-B97E-88AE4284D0B1}" destId="{DE43C927-6A3E-44B4-B21F-FCBC00067991}" srcOrd="1" destOrd="0" presId="urn:microsoft.com/office/officeart/2018/2/layout/IconVerticalSolidList"/>
    <dgm:cxn modelId="{A248DE3E-E855-44E4-9E08-F291006A39E5}" type="presParOf" srcId="{91858E72-83A3-456A-B97E-88AE4284D0B1}" destId="{26AA369E-5678-4477-B45E-5C3F936E17EF}" srcOrd="2" destOrd="0" presId="urn:microsoft.com/office/officeart/2018/2/layout/IconVerticalSolidList"/>
    <dgm:cxn modelId="{5E6E82A3-3C84-4F3C-AA58-9A2CB54C88A3}" type="presParOf" srcId="{91858E72-83A3-456A-B97E-88AE4284D0B1}" destId="{D1DA616A-3494-44E9-B287-E1DF03FF5984}" srcOrd="3" destOrd="0" presId="urn:microsoft.com/office/officeart/2018/2/layout/IconVerticalSolidList"/>
    <dgm:cxn modelId="{B1C4C6D8-EB4F-4808-805D-0DC63C6ED4D3}" type="presParOf" srcId="{487A605A-0ADD-404F-B6C6-93B42A4089CC}" destId="{0F8B3A3E-83D4-4701-A8F8-2693F20632AD}" srcOrd="3" destOrd="0" presId="urn:microsoft.com/office/officeart/2018/2/layout/IconVerticalSolidList"/>
    <dgm:cxn modelId="{A50453DB-DD6E-45F8-A721-9B2F0ED73F30}" type="presParOf" srcId="{487A605A-0ADD-404F-B6C6-93B42A4089CC}" destId="{CA7695B2-9005-4466-9B46-E2BCDC54D3EF}" srcOrd="4" destOrd="0" presId="urn:microsoft.com/office/officeart/2018/2/layout/IconVerticalSolidList"/>
    <dgm:cxn modelId="{B7E60F72-B583-427C-A473-C2532361BF68}" type="presParOf" srcId="{CA7695B2-9005-4466-9B46-E2BCDC54D3EF}" destId="{B76EBFED-FCBA-411B-9DD6-1F4233BACDF2}" srcOrd="0" destOrd="0" presId="urn:microsoft.com/office/officeart/2018/2/layout/IconVerticalSolidList"/>
    <dgm:cxn modelId="{13E6B1A7-29E9-4B45-BAF1-0A3072000BAC}" type="presParOf" srcId="{CA7695B2-9005-4466-9B46-E2BCDC54D3EF}" destId="{0DCA2C75-4B3C-4CF0-9AF0-AD188F5B14F3}" srcOrd="1" destOrd="0" presId="urn:microsoft.com/office/officeart/2018/2/layout/IconVerticalSolidList"/>
    <dgm:cxn modelId="{CFF727BA-439D-49EB-95DF-986E0EB9F946}" type="presParOf" srcId="{CA7695B2-9005-4466-9B46-E2BCDC54D3EF}" destId="{14CB5DDD-8A4A-400A-A28C-0C04CDC7FC61}" srcOrd="2" destOrd="0" presId="urn:microsoft.com/office/officeart/2018/2/layout/IconVerticalSolidList"/>
    <dgm:cxn modelId="{A4D544A9-3A0A-4189-AA7A-DF93F34BBFFE}" type="presParOf" srcId="{CA7695B2-9005-4466-9B46-E2BCDC54D3EF}" destId="{F8C98663-506F-4C72-8B72-ED66A9BE4C78}" srcOrd="3" destOrd="0" presId="urn:microsoft.com/office/officeart/2018/2/layout/IconVerticalSolidList"/>
    <dgm:cxn modelId="{0F34769D-55DD-4894-8CBD-8B6173CE8C36}" type="presParOf" srcId="{487A605A-0ADD-404F-B6C6-93B42A4089CC}" destId="{C0B76826-7E54-47C2-A271-64C7D27CF27A}" srcOrd="5" destOrd="0" presId="urn:microsoft.com/office/officeart/2018/2/layout/IconVerticalSolidList"/>
    <dgm:cxn modelId="{E4C48A21-2E39-4119-97F3-273C29BAE1A1}" type="presParOf" srcId="{487A605A-0ADD-404F-B6C6-93B42A4089CC}" destId="{7B5F60D8-9CD2-426E-AC63-05424838DA92}" srcOrd="6" destOrd="0" presId="urn:microsoft.com/office/officeart/2018/2/layout/IconVerticalSolidList"/>
    <dgm:cxn modelId="{9BB87070-AB6C-41DF-AF43-EEE9505F20B8}" type="presParOf" srcId="{7B5F60D8-9CD2-426E-AC63-05424838DA92}" destId="{05820AF4-D785-4932-B750-55EF9F5F8D55}" srcOrd="0" destOrd="0" presId="urn:microsoft.com/office/officeart/2018/2/layout/IconVerticalSolidList"/>
    <dgm:cxn modelId="{76A7D01C-0492-4E05-A48E-E9CC91663132}" type="presParOf" srcId="{7B5F60D8-9CD2-426E-AC63-05424838DA92}" destId="{78248A91-EBFF-4DEC-8EAF-D14A838CA953}" srcOrd="1" destOrd="0" presId="urn:microsoft.com/office/officeart/2018/2/layout/IconVerticalSolidList"/>
    <dgm:cxn modelId="{FCE653C4-1EDA-4889-B27B-06D74F4EE9A2}" type="presParOf" srcId="{7B5F60D8-9CD2-426E-AC63-05424838DA92}" destId="{389819D5-D008-4695-AFF6-BA611782DD67}" srcOrd="2" destOrd="0" presId="urn:microsoft.com/office/officeart/2018/2/layout/IconVerticalSolidList"/>
    <dgm:cxn modelId="{94CF219D-3522-4DD8-B836-283D99F86A93}" type="presParOf" srcId="{7B5F60D8-9CD2-426E-AC63-05424838DA92}" destId="{E00202AA-23DB-4635-B090-964C984A75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66409B-BD0D-41D1-903A-37AD18F0C595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924D57-E81B-47B0-9F20-AB377FF35A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Set paging budgets (max pages per shift/night); rotate or stop-the-line if exceeded.</a:t>
          </a:r>
          <a:endParaRPr lang="en-US"/>
        </a:p>
      </dgm:t>
    </dgm:pt>
    <dgm:pt modelId="{11317D77-B466-44D2-9F4C-0B940E6196D7}" type="parTrans" cxnId="{781A7861-314F-4632-985F-31015AC6F549}">
      <dgm:prSet/>
      <dgm:spPr/>
      <dgm:t>
        <a:bodyPr/>
        <a:lstStyle/>
        <a:p>
          <a:endParaRPr lang="en-US"/>
        </a:p>
      </dgm:t>
    </dgm:pt>
    <dgm:pt modelId="{EB9492D1-DB12-4F41-95F9-D3D589E91CE7}" type="sibTrans" cxnId="{781A7861-314F-4632-985F-31015AC6F54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87305D-9B39-4366-82E9-4B099F2587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Prefer automation over repetition; eliminate flappy alerts.</a:t>
          </a:r>
          <a:endParaRPr lang="en-US"/>
        </a:p>
      </dgm:t>
    </dgm:pt>
    <dgm:pt modelId="{5E68F8F6-C204-45CE-B8DC-6D5CFC37DACA}" type="parTrans" cxnId="{3568111B-D3F1-412C-A126-D849FC415640}">
      <dgm:prSet/>
      <dgm:spPr/>
      <dgm:t>
        <a:bodyPr/>
        <a:lstStyle/>
        <a:p>
          <a:endParaRPr lang="en-US"/>
        </a:p>
      </dgm:t>
    </dgm:pt>
    <dgm:pt modelId="{CA085A77-5548-4EC1-85E3-85369D7D500A}" type="sibTrans" cxnId="{3568111B-D3F1-412C-A126-D849FC41564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9F801E-3DD8-4068-B148-65E7379D11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Offer recovery time after overnight incidents; compensate fairly.</a:t>
          </a:r>
          <a:endParaRPr lang="en-US"/>
        </a:p>
      </dgm:t>
    </dgm:pt>
    <dgm:pt modelId="{3ECA37E9-A6CF-45C9-B526-6378DDDFC6BA}" type="parTrans" cxnId="{9C300AD9-D40F-4A77-947D-D2D30CC48F47}">
      <dgm:prSet/>
      <dgm:spPr/>
      <dgm:t>
        <a:bodyPr/>
        <a:lstStyle/>
        <a:p>
          <a:endParaRPr lang="en-US"/>
        </a:p>
      </dgm:t>
    </dgm:pt>
    <dgm:pt modelId="{9339A421-9C89-4B87-AF1D-D6C1BEBD1233}" type="sibTrans" cxnId="{9C300AD9-D40F-4A77-947D-D2D30CC48F4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15FEB20-EEBD-44D5-A7B1-8871FF7778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Track wellbeing signals: sleep disruption, burnout indicators.</a:t>
          </a:r>
          <a:endParaRPr lang="en-US"/>
        </a:p>
      </dgm:t>
    </dgm:pt>
    <dgm:pt modelId="{2857CC6A-2FDA-445D-A066-87BC85E98DA4}" type="parTrans" cxnId="{78F11277-F5FA-42C7-AF2A-860C277C6DCB}">
      <dgm:prSet/>
      <dgm:spPr/>
      <dgm:t>
        <a:bodyPr/>
        <a:lstStyle/>
        <a:p>
          <a:endParaRPr lang="en-US"/>
        </a:p>
      </dgm:t>
    </dgm:pt>
    <dgm:pt modelId="{7A5C9863-44F6-466B-AE09-E8C8D99345D9}" type="sibTrans" cxnId="{78F11277-F5FA-42C7-AF2A-860C277C6DCB}">
      <dgm:prSet/>
      <dgm:spPr/>
      <dgm:t>
        <a:bodyPr/>
        <a:lstStyle/>
        <a:p>
          <a:endParaRPr lang="en-US"/>
        </a:p>
      </dgm:t>
    </dgm:pt>
    <dgm:pt modelId="{E40427E3-877E-414B-A544-9497E4090E91}" type="pres">
      <dgm:prSet presAssocID="{C866409B-BD0D-41D1-903A-37AD18F0C595}" presName="root" presStyleCnt="0">
        <dgm:presLayoutVars>
          <dgm:dir/>
          <dgm:resizeHandles val="exact"/>
        </dgm:presLayoutVars>
      </dgm:prSet>
      <dgm:spPr/>
    </dgm:pt>
    <dgm:pt modelId="{E72E84B3-3A46-437A-8581-CBD2E3BABB9C}" type="pres">
      <dgm:prSet presAssocID="{C866409B-BD0D-41D1-903A-37AD18F0C595}" presName="container" presStyleCnt="0">
        <dgm:presLayoutVars>
          <dgm:dir/>
          <dgm:resizeHandles val="exact"/>
        </dgm:presLayoutVars>
      </dgm:prSet>
      <dgm:spPr/>
    </dgm:pt>
    <dgm:pt modelId="{829B8849-C523-46D5-92EA-A5308113658A}" type="pres">
      <dgm:prSet presAssocID="{05924D57-E81B-47B0-9F20-AB377FF35A2B}" presName="compNode" presStyleCnt="0"/>
      <dgm:spPr/>
    </dgm:pt>
    <dgm:pt modelId="{F51DE61C-FBA5-47F3-9B04-1D39DD78FFA2}" type="pres">
      <dgm:prSet presAssocID="{05924D57-E81B-47B0-9F20-AB377FF35A2B}" presName="iconBgRect" presStyleLbl="bgShp" presStyleIdx="0" presStyleCnt="4"/>
      <dgm:spPr/>
    </dgm:pt>
    <dgm:pt modelId="{F7489B03-2F68-4248-9ACB-226F73A6BF90}" type="pres">
      <dgm:prSet presAssocID="{05924D57-E81B-47B0-9F20-AB377FF35A2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9580358F-0505-4C24-965D-F692FC083F16}" type="pres">
      <dgm:prSet presAssocID="{05924D57-E81B-47B0-9F20-AB377FF35A2B}" presName="spaceRect" presStyleCnt="0"/>
      <dgm:spPr/>
    </dgm:pt>
    <dgm:pt modelId="{4D47E59F-CFC6-44C0-AB26-C042067F2FC0}" type="pres">
      <dgm:prSet presAssocID="{05924D57-E81B-47B0-9F20-AB377FF35A2B}" presName="textRect" presStyleLbl="revTx" presStyleIdx="0" presStyleCnt="4">
        <dgm:presLayoutVars>
          <dgm:chMax val="1"/>
          <dgm:chPref val="1"/>
        </dgm:presLayoutVars>
      </dgm:prSet>
      <dgm:spPr/>
    </dgm:pt>
    <dgm:pt modelId="{A886EB10-FA64-4A70-9B89-17D6E68EC98C}" type="pres">
      <dgm:prSet presAssocID="{EB9492D1-DB12-4F41-95F9-D3D589E91CE7}" presName="sibTrans" presStyleLbl="sibTrans2D1" presStyleIdx="0" presStyleCnt="0"/>
      <dgm:spPr/>
    </dgm:pt>
    <dgm:pt modelId="{755D1FBD-1179-46E2-818C-7873BD8CEAEC}" type="pres">
      <dgm:prSet presAssocID="{F987305D-9B39-4366-82E9-4B099F258793}" presName="compNode" presStyleCnt="0"/>
      <dgm:spPr/>
    </dgm:pt>
    <dgm:pt modelId="{45691AEA-BC68-41F9-A5D5-A9983B7E0C9F}" type="pres">
      <dgm:prSet presAssocID="{F987305D-9B39-4366-82E9-4B099F258793}" presName="iconBgRect" presStyleLbl="bgShp" presStyleIdx="1" presStyleCnt="4"/>
      <dgm:spPr/>
    </dgm:pt>
    <dgm:pt modelId="{663101ED-05D9-491F-863F-4FDEAD3D8176}" type="pres">
      <dgm:prSet presAssocID="{F987305D-9B39-4366-82E9-4B099F25879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use"/>
        </a:ext>
      </dgm:extLst>
    </dgm:pt>
    <dgm:pt modelId="{7394834E-8942-48CB-8F3B-257E1DD6F9C3}" type="pres">
      <dgm:prSet presAssocID="{F987305D-9B39-4366-82E9-4B099F258793}" presName="spaceRect" presStyleCnt="0"/>
      <dgm:spPr/>
    </dgm:pt>
    <dgm:pt modelId="{60CC9240-6589-4178-9BF4-4ADE0904BD81}" type="pres">
      <dgm:prSet presAssocID="{F987305D-9B39-4366-82E9-4B099F258793}" presName="textRect" presStyleLbl="revTx" presStyleIdx="1" presStyleCnt="4">
        <dgm:presLayoutVars>
          <dgm:chMax val="1"/>
          <dgm:chPref val="1"/>
        </dgm:presLayoutVars>
      </dgm:prSet>
      <dgm:spPr/>
    </dgm:pt>
    <dgm:pt modelId="{D2E37F52-FC5F-40D6-B08A-A1FE0794BFFE}" type="pres">
      <dgm:prSet presAssocID="{CA085A77-5548-4EC1-85E3-85369D7D500A}" presName="sibTrans" presStyleLbl="sibTrans2D1" presStyleIdx="0" presStyleCnt="0"/>
      <dgm:spPr/>
    </dgm:pt>
    <dgm:pt modelId="{3D566846-D041-44EE-BBA0-430D2AA1728A}" type="pres">
      <dgm:prSet presAssocID="{399F801E-3DD8-4068-B148-65E7379D1136}" presName="compNode" presStyleCnt="0"/>
      <dgm:spPr/>
    </dgm:pt>
    <dgm:pt modelId="{B495A095-4826-4547-96A0-89EED63A0794}" type="pres">
      <dgm:prSet presAssocID="{399F801E-3DD8-4068-B148-65E7379D1136}" presName="iconBgRect" presStyleLbl="bgShp" presStyleIdx="2" presStyleCnt="4"/>
      <dgm:spPr/>
    </dgm:pt>
    <dgm:pt modelId="{14EC88A7-B574-48CA-922F-BC8DB1F3C1E0}" type="pres">
      <dgm:prSet presAssocID="{399F801E-3DD8-4068-B148-65E7379D113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06A6D2AE-25D4-4905-BF02-5D21CB18CEBD}" type="pres">
      <dgm:prSet presAssocID="{399F801E-3DD8-4068-B148-65E7379D1136}" presName="spaceRect" presStyleCnt="0"/>
      <dgm:spPr/>
    </dgm:pt>
    <dgm:pt modelId="{77F19FDC-3600-47D1-8482-7CFCDFA82D33}" type="pres">
      <dgm:prSet presAssocID="{399F801E-3DD8-4068-B148-65E7379D1136}" presName="textRect" presStyleLbl="revTx" presStyleIdx="2" presStyleCnt="4">
        <dgm:presLayoutVars>
          <dgm:chMax val="1"/>
          <dgm:chPref val="1"/>
        </dgm:presLayoutVars>
      </dgm:prSet>
      <dgm:spPr/>
    </dgm:pt>
    <dgm:pt modelId="{E6C2FECC-F731-44D3-8E4A-0B0C7945BC83}" type="pres">
      <dgm:prSet presAssocID="{9339A421-9C89-4B87-AF1D-D6C1BEBD1233}" presName="sibTrans" presStyleLbl="sibTrans2D1" presStyleIdx="0" presStyleCnt="0"/>
      <dgm:spPr/>
    </dgm:pt>
    <dgm:pt modelId="{7E88FDAD-5EE0-46E3-9913-0A725E14A81C}" type="pres">
      <dgm:prSet presAssocID="{315FEB20-EEBD-44D5-A7B1-8871FF777813}" presName="compNode" presStyleCnt="0"/>
      <dgm:spPr/>
    </dgm:pt>
    <dgm:pt modelId="{7AEA8062-E77B-4FEA-B742-736830B8BC59}" type="pres">
      <dgm:prSet presAssocID="{315FEB20-EEBD-44D5-A7B1-8871FF777813}" presName="iconBgRect" presStyleLbl="bgShp" presStyleIdx="3" presStyleCnt="4"/>
      <dgm:spPr/>
    </dgm:pt>
    <dgm:pt modelId="{4CBF8626-BBE1-46F4-ADEE-87CBA63EE428}" type="pres">
      <dgm:prSet presAssocID="{315FEB20-EEBD-44D5-A7B1-8871FF77781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38FEB917-1B40-4365-98B7-95B66BCF4839}" type="pres">
      <dgm:prSet presAssocID="{315FEB20-EEBD-44D5-A7B1-8871FF777813}" presName="spaceRect" presStyleCnt="0"/>
      <dgm:spPr/>
    </dgm:pt>
    <dgm:pt modelId="{CFEBA2FC-4D53-4886-9CC2-CA820DF94EDC}" type="pres">
      <dgm:prSet presAssocID="{315FEB20-EEBD-44D5-A7B1-8871FF77781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51CA00E-978B-4E7D-9615-C06A4FBEA23C}" type="presOf" srcId="{315FEB20-EEBD-44D5-A7B1-8871FF777813}" destId="{CFEBA2FC-4D53-4886-9CC2-CA820DF94EDC}" srcOrd="0" destOrd="0" presId="urn:microsoft.com/office/officeart/2018/2/layout/IconCircleList"/>
    <dgm:cxn modelId="{3568111B-D3F1-412C-A126-D849FC415640}" srcId="{C866409B-BD0D-41D1-903A-37AD18F0C595}" destId="{F987305D-9B39-4366-82E9-4B099F258793}" srcOrd="1" destOrd="0" parTransId="{5E68F8F6-C204-45CE-B8DC-6D5CFC37DACA}" sibTransId="{CA085A77-5548-4EC1-85E3-85369D7D500A}"/>
    <dgm:cxn modelId="{D9BC7A28-6BA9-4589-BB8E-D7D829B9CCC4}" type="presOf" srcId="{9339A421-9C89-4B87-AF1D-D6C1BEBD1233}" destId="{E6C2FECC-F731-44D3-8E4A-0B0C7945BC83}" srcOrd="0" destOrd="0" presId="urn:microsoft.com/office/officeart/2018/2/layout/IconCircleList"/>
    <dgm:cxn modelId="{781A7861-314F-4632-985F-31015AC6F549}" srcId="{C866409B-BD0D-41D1-903A-37AD18F0C595}" destId="{05924D57-E81B-47B0-9F20-AB377FF35A2B}" srcOrd="0" destOrd="0" parTransId="{11317D77-B466-44D2-9F4C-0B940E6196D7}" sibTransId="{EB9492D1-DB12-4F41-95F9-D3D589E91CE7}"/>
    <dgm:cxn modelId="{8B5C454A-DF08-43A6-83D9-D0B06F0F19C5}" type="presOf" srcId="{05924D57-E81B-47B0-9F20-AB377FF35A2B}" destId="{4D47E59F-CFC6-44C0-AB26-C042067F2FC0}" srcOrd="0" destOrd="0" presId="urn:microsoft.com/office/officeart/2018/2/layout/IconCircleList"/>
    <dgm:cxn modelId="{78F11277-F5FA-42C7-AF2A-860C277C6DCB}" srcId="{C866409B-BD0D-41D1-903A-37AD18F0C595}" destId="{315FEB20-EEBD-44D5-A7B1-8871FF777813}" srcOrd="3" destOrd="0" parTransId="{2857CC6A-2FDA-445D-A066-87BC85E98DA4}" sibTransId="{7A5C9863-44F6-466B-AE09-E8C8D99345D9}"/>
    <dgm:cxn modelId="{D03B1B90-2631-464B-B2FC-B274027713BE}" type="presOf" srcId="{CA085A77-5548-4EC1-85E3-85369D7D500A}" destId="{D2E37F52-FC5F-40D6-B08A-A1FE0794BFFE}" srcOrd="0" destOrd="0" presId="urn:microsoft.com/office/officeart/2018/2/layout/IconCircleList"/>
    <dgm:cxn modelId="{9F81DFA0-C0A7-49D9-A8D0-DE8AE5A59B55}" type="presOf" srcId="{C866409B-BD0D-41D1-903A-37AD18F0C595}" destId="{E40427E3-877E-414B-A544-9497E4090E91}" srcOrd="0" destOrd="0" presId="urn:microsoft.com/office/officeart/2018/2/layout/IconCircleList"/>
    <dgm:cxn modelId="{526A4EB0-0522-4B06-B26B-361EA5EB8A5E}" type="presOf" srcId="{399F801E-3DD8-4068-B148-65E7379D1136}" destId="{77F19FDC-3600-47D1-8482-7CFCDFA82D33}" srcOrd="0" destOrd="0" presId="urn:microsoft.com/office/officeart/2018/2/layout/IconCircleList"/>
    <dgm:cxn modelId="{9C300AD9-D40F-4A77-947D-D2D30CC48F47}" srcId="{C866409B-BD0D-41D1-903A-37AD18F0C595}" destId="{399F801E-3DD8-4068-B148-65E7379D1136}" srcOrd="2" destOrd="0" parTransId="{3ECA37E9-A6CF-45C9-B526-6378DDDFC6BA}" sibTransId="{9339A421-9C89-4B87-AF1D-D6C1BEBD1233}"/>
    <dgm:cxn modelId="{89E452DC-D5E5-4FE4-8F34-8A63427BD951}" type="presOf" srcId="{F987305D-9B39-4366-82E9-4B099F258793}" destId="{60CC9240-6589-4178-9BF4-4ADE0904BD81}" srcOrd="0" destOrd="0" presId="urn:microsoft.com/office/officeart/2018/2/layout/IconCircleList"/>
    <dgm:cxn modelId="{64943AEA-5CC4-479E-B83B-696177F912FD}" type="presOf" srcId="{EB9492D1-DB12-4F41-95F9-D3D589E91CE7}" destId="{A886EB10-FA64-4A70-9B89-17D6E68EC98C}" srcOrd="0" destOrd="0" presId="urn:microsoft.com/office/officeart/2018/2/layout/IconCircleList"/>
    <dgm:cxn modelId="{29856927-8F9E-4B22-9411-7DD0A2DF356E}" type="presParOf" srcId="{E40427E3-877E-414B-A544-9497E4090E91}" destId="{E72E84B3-3A46-437A-8581-CBD2E3BABB9C}" srcOrd="0" destOrd="0" presId="urn:microsoft.com/office/officeart/2018/2/layout/IconCircleList"/>
    <dgm:cxn modelId="{DC7D3D82-0E2F-4FEB-AD1E-6CAF7277D166}" type="presParOf" srcId="{E72E84B3-3A46-437A-8581-CBD2E3BABB9C}" destId="{829B8849-C523-46D5-92EA-A5308113658A}" srcOrd="0" destOrd="0" presId="urn:microsoft.com/office/officeart/2018/2/layout/IconCircleList"/>
    <dgm:cxn modelId="{479FCC38-6973-4E94-8F50-9A3F1B76E62B}" type="presParOf" srcId="{829B8849-C523-46D5-92EA-A5308113658A}" destId="{F51DE61C-FBA5-47F3-9B04-1D39DD78FFA2}" srcOrd="0" destOrd="0" presId="urn:microsoft.com/office/officeart/2018/2/layout/IconCircleList"/>
    <dgm:cxn modelId="{728F207F-D339-4588-ADE1-EFC7EDF7EE08}" type="presParOf" srcId="{829B8849-C523-46D5-92EA-A5308113658A}" destId="{F7489B03-2F68-4248-9ACB-226F73A6BF90}" srcOrd="1" destOrd="0" presId="urn:microsoft.com/office/officeart/2018/2/layout/IconCircleList"/>
    <dgm:cxn modelId="{2426C5E0-C123-4DFD-99CB-DADA8EBA261D}" type="presParOf" srcId="{829B8849-C523-46D5-92EA-A5308113658A}" destId="{9580358F-0505-4C24-965D-F692FC083F16}" srcOrd="2" destOrd="0" presId="urn:microsoft.com/office/officeart/2018/2/layout/IconCircleList"/>
    <dgm:cxn modelId="{C73A991D-F033-4A0C-8403-42DCBDAF033F}" type="presParOf" srcId="{829B8849-C523-46D5-92EA-A5308113658A}" destId="{4D47E59F-CFC6-44C0-AB26-C042067F2FC0}" srcOrd="3" destOrd="0" presId="urn:microsoft.com/office/officeart/2018/2/layout/IconCircleList"/>
    <dgm:cxn modelId="{1C357405-E2EC-45D9-9BAD-CE520522752A}" type="presParOf" srcId="{E72E84B3-3A46-437A-8581-CBD2E3BABB9C}" destId="{A886EB10-FA64-4A70-9B89-17D6E68EC98C}" srcOrd="1" destOrd="0" presId="urn:microsoft.com/office/officeart/2018/2/layout/IconCircleList"/>
    <dgm:cxn modelId="{5011FA29-A1BA-4A46-978F-049A73DF31F2}" type="presParOf" srcId="{E72E84B3-3A46-437A-8581-CBD2E3BABB9C}" destId="{755D1FBD-1179-46E2-818C-7873BD8CEAEC}" srcOrd="2" destOrd="0" presId="urn:microsoft.com/office/officeart/2018/2/layout/IconCircleList"/>
    <dgm:cxn modelId="{4AE4A565-939B-48DD-BD15-3D3A6421B3FB}" type="presParOf" srcId="{755D1FBD-1179-46E2-818C-7873BD8CEAEC}" destId="{45691AEA-BC68-41F9-A5D5-A9983B7E0C9F}" srcOrd="0" destOrd="0" presId="urn:microsoft.com/office/officeart/2018/2/layout/IconCircleList"/>
    <dgm:cxn modelId="{E05A7915-EE06-421E-B255-B163BCD6CBF3}" type="presParOf" srcId="{755D1FBD-1179-46E2-818C-7873BD8CEAEC}" destId="{663101ED-05D9-491F-863F-4FDEAD3D8176}" srcOrd="1" destOrd="0" presId="urn:microsoft.com/office/officeart/2018/2/layout/IconCircleList"/>
    <dgm:cxn modelId="{5266673A-58BE-4C08-83B3-1B2FDFE92993}" type="presParOf" srcId="{755D1FBD-1179-46E2-818C-7873BD8CEAEC}" destId="{7394834E-8942-48CB-8F3B-257E1DD6F9C3}" srcOrd="2" destOrd="0" presId="urn:microsoft.com/office/officeart/2018/2/layout/IconCircleList"/>
    <dgm:cxn modelId="{32DC2129-4AFF-4A47-A173-1F0CB256BA6A}" type="presParOf" srcId="{755D1FBD-1179-46E2-818C-7873BD8CEAEC}" destId="{60CC9240-6589-4178-9BF4-4ADE0904BD81}" srcOrd="3" destOrd="0" presId="urn:microsoft.com/office/officeart/2018/2/layout/IconCircleList"/>
    <dgm:cxn modelId="{0D261F59-08CE-4A32-A79C-A79CE73C10B9}" type="presParOf" srcId="{E72E84B3-3A46-437A-8581-CBD2E3BABB9C}" destId="{D2E37F52-FC5F-40D6-B08A-A1FE0794BFFE}" srcOrd="3" destOrd="0" presId="urn:microsoft.com/office/officeart/2018/2/layout/IconCircleList"/>
    <dgm:cxn modelId="{130B6B26-3DB0-4E57-971A-030974E381C9}" type="presParOf" srcId="{E72E84B3-3A46-437A-8581-CBD2E3BABB9C}" destId="{3D566846-D041-44EE-BBA0-430D2AA1728A}" srcOrd="4" destOrd="0" presId="urn:microsoft.com/office/officeart/2018/2/layout/IconCircleList"/>
    <dgm:cxn modelId="{2200CA72-B850-4A75-834C-B25A96173969}" type="presParOf" srcId="{3D566846-D041-44EE-BBA0-430D2AA1728A}" destId="{B495A095-4826-4547-96A0-89EED63A0794}" srcOrd="0" destOrd="0" presId="urn:microsoft.com/office/officeart/2018/2/layout/IconCircleList"/>
    <dgm:cxn modelId="{4524CFD9-538A-4435-9A57-99218B2B7651}" type="presParOf" srcId="{3D566846-D041-44EE-BBA0-430D2AA1728A}" destId="{14EC88A7-B574-48CA-922F-BC8DB1F3C1E0}" srcOrd="1" destOrd="0" presId="urn:microsoft.com/office/officeart/2018/2/layout/IconCircleList"/>
    <dgm:cxn modelId="{CEEDFC36-0870-4D57-BE80-AEAB64A7DDA3}" type="presParOf" srcId="{3D566846-D041-44EE-BBA0-430D2AA1728A}" destId="{06A6D2AE-25D4-4905-BF02-5D21CB18CEBD}" srcOrd="2" destOrd="0" presId="urn:microsoft.com/office/officeart/2018/2/layout/IconCircleList"/>
    <dgm:cxn modelId="{650D65F2-2139-4039-80EF-0419F7EB8943}" type="presParOf" srcId="{3D566846-D041-44EE-BBA0-430D2AA1728A}" destId="{77F19FDC-3600-47D1-8482-7CFCDFA82D33}" srcOrd="3" destOrd="0" presId="urn:microsoft.com/office/officeart/2018/2/layout/IconCircleList"/>
    <dgm:cxn modelId="{889B3880-8CBB-49A8-8CFA-6C1073A4F7A8}" type="presParOf" srcId="{E72E84B3-3A46-437A-8581-CBD2E3BABB9C}" destId="{E6C2FECC-F731-44D3-8E4A-0B0C7945BC83}" srcOrd="5" destOrd="0" presId="urn:microsoft.com/office/officeart/2018/2/layout/IconCircleList"/>
    <dgm:cxn modelId="{4838F4CD-5BD8-4DFA-BE8B-1ED72400829B}" type="presParOf" srcId="{E72E84B3-3A46-437A-8581-CBD2E3BABB9C}" destId="{7E88FDAD-5EE0-46E3-9913-0A725E14A81C}" srcOrd="6" destOrd="0" presId="urn:microsoft.com/office/officeart/2018/2/layout/IconCircleList"/>
    <dgm:cxn modelId="{A3AF3143-9C61-4B86-B9DB-590066043E4D}" type="presParOf" srcId="{7E88FDAD-5EE0-46E3-9913-0A725E14A81C}" destId="{7AEA8062-E77B-4FEA-B742-736830B8BC59}" srcOrd="0" destOrd="0" presId="urn:microsoft.com/office/officeart/2018/2/layout/IconCircleList"/>
    <dgm:cxn modelId="{1D7C0FDD-434B-4A60-B1E5-D0E62F6F917B}" type="presParOf" srcId="{7E88FDAD-5EE0-46E3-9913-0A725E14A81C}" destId="{4CBF8626-BBE1-46F4-ADEE-87CBA63EE428}" srcOrd="1" destOrd="0" presId="urn:microsoft.com/office/officeart/2018/2/layout/IconCircleList"/>
    <dgm:cxn modelId="{8506C32C-85EA-4B25-AC79-B346FEC6CC2B}" type="presParOf" srcId="{7E88FDAD-5EE0-46E3-9913-0A725E14A81C}" destId="{38FEB917-1B40-4365-98B7-95B66BCF4839}" srcOrd="2" destOrd="0" presId="urn:microsoft.com/office/officeart/2018/2/layout/IconCircleList"/>
    <dgm:cxn modelId="{FF4BB2B6-E681-4E7F-B78E-710568119077}" type="presParOf" srcId="{7E88FDAD-5EE0-46E3-9913-0A725E14A81C}" destId="{CFEBA2FC-4D53-4886-9CC2-CA820DF94ED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0E9FAA1-F95D-4DD3-8F2B-90E33D52D254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36632C8-E525-49F6-89A1-F82AE0AD29D5}">
      <dgm:prSet/>
      <dgm:spPr/>
      <dgm:t>
        <a:bodyPr/>
        <a:lstStyle/>
        <a:p>
          <a:r>
            <a:rPr lang="en-US"/>
            <a:t>MTTA / MTTR, page volume per person, pages outside work hours.</a:t>
          </a:r>
        </a:p>
      </dgm:t>
    </dgm:pt>
    <dgm:pt modelId="{8E68DD41-FD3C-4306-B756-91606D6610C7}" type="parTrans" cxnId="{AE1893FB-26F5-45A8-9896-27D4C905492D}">
      <dgm:prSet/>
      <dgm:spPr/>
      <dgm:t>
        <a:bodyPr/>
        <a:lstStyle/>
        <a:p>
          <a:endParaRPr lang="en-US"/>
        </a:p>
      </dgm:t>
    </dgm:pt>
    <dgm:pt modelId="{D709EFD9-C7D1-4B8B-B2B2-6669796E29C8}" type="sibTrans" cxnId="{AE1893FB-26F5-45A8-9896-27D4C905492D}">
      <dgm:prSet/>
      <dgm:spPr/>
      <dgm:t>
        <a:bodyPr/>
        <a:lstStyle/>
        <a:p>
          <a:endParaRPr lang="en-US"/>
        </a:p>
      </dgm:t>
    </dgm:pt>
    <dgm:pt modelId="{E1FD013E-B045-4E63-B37D-566C91CBA888}">
      <dgm:prSet/>
      <dgm:spPr/>
      <dgm:t>
        <a:bodyPr/>
        <a:lstStyle/>
        <a:p>
          <a:r>
            <a:rPr lang="en-US"/>
            <a:t>Alert reliability: % actionable, duplicate/false‑positive rate.</a:t>
          </a:r>
        </a:p>
      </dgm:t>
    </dgm:pt>
    <dgm:pt modelId="{B9F91E15-D197-478B-8E07-96CB8BD736AF}" type="parTrans" cxnId="{8A3E4823-D58B-4F32-BCF8-3EDD730B8A96}">
      <dgm:prSet/>
      <dgm:spPr/>
      <dgm:t>
        <a:bodyPr/>
        <a:lstStyle/>
        <a:p>
          <a:endParaRPr lang="en-US"/>
        </a:p>
      </dgm:t>
    </dgm:pt>
    <dgm:pt modelId="{A5794049-56DD-4056-B69F-5DB19F8BFF2A}" type="sibTrans" cxnId="{8A3E4823-D58B-4F32-BCF8-3EDD730B8A96}">
      <dgm:prSet/>
      <dgm:spPr/>
      <dgm:t>
        <a:bodyPr/>
        <a:lstStyle/>
        <a:p>
          <a:endParaRPr lang="en-US"/>
        </a:p>
      </dgm:t>
    </dgm:pt>
    <dgm:pt modelId="{6956A1B3-7884-4318-B402-EB8F6BF13773}">
      <dgm:prSet/>
      <dgm:spPr/>
      <dgm:t>
        <a:bodyPr/>
        <a:lstStyle/>
        <a:p>
          <a:r>
            <a:rPr lang="en-US"/>
            <a:t>SLO error budget burn, incident rate by service ownership.</a:t>
          </a:r>
        </a:p>
      </dgm:t>
    </dgm:pt>
    <dgm:pt modelId="{DB95241F-B889-4FE0-A0CF-1F59253F49C6}" type="parTrans" cxnId="{8BD8BE31-F7E5-4AEC-8B3A-BE4404649B99}">
      <dgm:prSet/>
      <dgm:spPr/>
      <dgm:t>
        <a:bodyPr/>
        <a:lstStyle/>
        <a:p>
          <a:endParaRPr lang="en-US"/>
        </a:p>
      </dgm:t>
    </dgm:pt>
    <dgm:pt modelId="{80EF856B-D7D9-4A9A-9E08-42A7721DFEA1}" type="sibTrans" cxnId="{8BD8BE31-F7E5-4AEC-8B3A-BE4404649B99}">
      <dgm:prSet/>
      <dgm:spPr/>
      <dgm:t>
        <a:bodyPr/>
        <a:lstStyle/>
        <a:p>
          <a:endParaRPr lang="en-US"/>
        </a:p>
      </dgm:t>
    </dgm:pt>
    <dgm:pt modelId="{E5178951-790D-4909-80EB-375D96798E36}">
      <dgm:prSet/>
      <dgm:spPr/>
      <dgm:t>
        <a:bodyPr/>
        <a:lstStyle/>
        <a:p>
          <a:r>
            <a:rPr lang="en-US"/>
            <a:t>Post‑incident actions closed (automation, bug fixes, playbook updates).</a:t>
          </a:r>
        </a:p>
      </dgm:t>
    </dgm:pt>
    <dgm:pt modelId="{694D3D5F-9096-4A49-8975-35CBD79049E2}" type="parTrans" cxnId="{5235EC3F-4957-4987-81A2-4F2180EB033B}">
      <dgm:prSet/>
      <dgm:spPr/>
      <dgm:t>
        <a:bodyPr/>
        <a:lstStyle/>
        <a:p>
          <a:endParaRPr lang="en-US"/>
        </a:p>
      </dgm:t>
    </dgm:pt>
    <dgm:pt modelId="{9BFD450F-6EBF-4180-BF48-0994A603BB5F}" type="sibTrans" cxnId="{5235EC3F-4957-4987-81A2-4F2180EB033B}">
      <dgm:prSet/>
      <dgm:spPr/>
      <dgm:t>
        <a:bodyPr/>
        <a:lstStyle/>
        <a:p>
          <a:endParaRPr lang="en-US"/>
        </a:p>
      </dgm:t>
    </dgm:pt>
    <dgm:pt modelId="{B43BB0DD-EF2F-4C9A-8737-A49130F66F6B}" type="pres">
      <dgm:prSet presAssocID="{10E9FAA1-F95D-4DD3-8F2B-90E33D52D254}" presName="Name0" presStyleCnt="0">
        <dgm:presLayoutVars>
          <dgm:dir/>
          <dgm:resizeHandles val="exact"/>
        </dgm:presLayoutVars>
      </dgm:prSet>
      <dgm:spPr/>
    </dgm:pt>
    <dgm:pt modelId="{862F69D4-6887-484D-A882-EF717E33EA29}" type="pres">
      <dgm:prSet presAssocID="{336632C8-E525-49F6-89A1-F82AE0AD29D5}" presName="Name5" presStyleLbl="vennNode1" presStyleIdx="0" presStyleCnt="4">
        <dgm:presLayoutVars>
          <dgm:bulletEnabled val="1"/>
        </dgm:presLayoutVars>
      </dgm:prSet>
      <dgm:spPr/>
    </dgm:pt>
    <dgm:pt modelId="{DA4B5F48-A920-476A-8681-5D04E65E4A3C}" type="pres">
      <dgm:prSet presAssocID="{D709EFD9-C7D1-4B8B-B2B2-6669796E29C8}" presName="space" presStyleCnt="0"/>
      <dgm:spPr/>
    </dgm:pt>
    <dgm:pt modelId="{93D12CA7-6C4D-433A-B752-263FBCE4B85E}" type="pres">
      <dgm:prSet presAssocID="{E1FD013E-B045-4E63-B37D-566C91CBA888}" presName="Name5" presStyleLbl="vennNode1" presStyleIdx="1" presStyleCnt="4">
        <dgm:presLayoutVars>
          <dgm:bulletEnabled val="1"/>
        </dgm:presLayoutVars>
      </dgm:prSet>
      <dgm:spPr/>
    </dgm:pt>
    <dgm:pt modelId="{0FEE5675-B356-49DC-BCD1-BDFB9945802C}" type="pres">
      <dgm:prSet presAssocID="{A5794049-56DD-4056-B69F-5DB19F8BFF2A}" presName="space" presStyleCnt="0"/>
      <dgm:spPr/>
    </dgm:pt>
    <dgm:pt modelId="{F63DFC42-E20A-47BB-843D-24DF67A8FBFD}" type="pres">
      <dgm:prSet presAssocID="{6956A1B3-7884-4318-B402-EB8F6BF13773}" presName="Name5" presStyleLbl="vennNode1" presStyleIdx="2" presStyleCnt="4">
        <dgm:presLayoutVars>
          <dgm:bulletEnabled val="1"/>
        </dgm:presLayoutVars>
      </dgm:prSet>
      <dgm:spPr/>
    </dgm:pt>
    <dgm:pt modelId="{933C510C-4C47-4B13-9794-5F8370C85488}" type="pres">
      <dgm:prSet presAssocID="{80EF856B-D7D9-4A9A-9E08-42A7721DFEA1}" presName="space" presStyleCnt="0"/>
      <dgm:spPr/>
    </dgm:pt>
    <dgm:pt modelId="{501B604C-0723-49DA-8574-6C2A3B3A57CF}" type="pres">
      <dgm:prSet presAssocID="{E5178951-790D-4909-80EB-375D96798E36}" presName="Name5" presStyleLbl="vennNode1" presStyleIdx="3" presStyleCnt="4">
        <dgm:presLayoutVars>
          <dgm:bulletEnabled val="1"/>
        </dgm:presLayoutVars>
      </dgm:prSet>
      <dgm:spPr/>
    </dgm:pt>
  </dgm:ptLst>
  <dgm:cxnLst>
    <dgm:cxn modelId="{A8CBCC13-4E40-4B43-8CB8-2CB54C3D442D}" type="presOf" srcId="{E5178951-790D-4909-80EB-375D96798E36}" destId="{501B604C-0723-49DA-8574-6C2A3B3A57CF}" srcOrd="0" destOrd="0" presId="urn:microsoft.com/office/officeart/2005/8/layout/venn3"/>
    <dgm:cxn modelId="{8A3E4823-D58B-4F32-BCF8-3EDD730B8A96}" srcId="{10E9FAA1-F95D-4DD3-8F2B-90E33D52D254}" destId="{E1FD013E-B045-4E63-B37D-566C91CBA888}" srcOrd="1" destOrd="0" parTransId="{B9F91E15-D197-478B-8E07-96CB8BD736AF}" sibTransId="{A5794049-56DD-4056-B69F-5DB19F8BFF2A}"/>
    <dgm:cxn modelId="{8BD8BE31-F7E5-4AEC-8B3A-BE4404649B99}" srcId="{10E9FAA1-F95D-4DD3-8F2B-90E33D52D254}" destId="{6956A1B3-7884-4318-B402-EB8F6BF13773}" srcOrd="2" destOrd="0" parTransId="{DB95241F-B889-4FE0-A0CF-1F59253F49C6}" sibTransId="{80EF856B-D7D9-4A9A-9E08-42A7721DFEA1}"/>
    <dgm:cxn modelId="{5235EC3F-4957-4987-81A2-4F2180EB033B}" srcId="{10E9FAA1-F95D-4DD3-8F2B-90E33D52D254}" destId="{E5178951-790D-4909-80EB-375D96798E36}" srcOrd="3" destOrd="0" parTransId="{694D3D5F-9096-4A49-8975-35CBD79049E2}" sibTransId="{9BFD450F-6EBF-4180-BF48-0994A603BB5F}"/>
    <dgm:cxn modelId="{4407594D-20A7-4AA5-9E66-DB39128541B9}" type="presOf" srcId="{336632C8-E525-49F6-89A1-F82AE0AD29D5}" destId="{862F69D4-6887-484D-A882-EF717E33EA29}" srcOrd="0" destOrd="0" presId="urn:microsoft.com/office/officeart/2005/8/layout/venn3"/>
    <dgm:cxn modelId="{F6C97FAE-E357-441F-921B-0F5C47E02E02}" type="presOf" srcId="{10E9FAA1-F95D-4DD3-8F2B-90E33D52D254}" destId="{B43BB0DD-EF2F-4C9A-8737-A49130F66F6B}" srcOrd="0" destOrd="0" presId="urn:microsoft.com/office/officeart/2005/8/layout/venn3"/>
    <dgm:cxn modelId="{D0503DD0-C50A-47D7-8BAD-BCE5813A8F8C}" type="presOf" srcId="{E1FD013E-B045-4E63-B37D-566C91CBA888}" destId="{93D12CA7-6C4D-433A-B752-263FBCE4B85E}" srcOrd="0" destOrd="0" presId="urn:microsoft.com/office/officeart/2005/8/layout/venn3"/>
    <dgm:cxn modelId="{507A22F0-9598-4CC4-B0B1-E9CE782F4585}" type="presOf" srcId="{6956A1B3-7884-4318-B402-EB8F6BF13773}" destId="{F63DFC42-E20A-47BB-843D-24DF67A8FBFD}" srcOrd="0" destOrd="0" presId="urn:microsoft.com/office/officeart/2005/8/layout/venn3"/>
    <dgm:cxn modelId="{AE1893FB-26F5-45A8-9896-27D4C905492D}" srcId="{10E9FAA1-F95D-4DD3-8F2B-90E33D52D254}" destId="{336632C8-E525-49F6-89A1-F82AE0AD29D5}" srcOrd="0" destOrd="0" parTransId="{8E68DD41-FD3C-4306-B756-91606D6610C7}" sibTransId="{D709EFD9-C7D1-4B8B-B2B2-6669796E29C8}"/>
    <dgm:cxn modelId="{FEDE37CB-A070-4CE8-A8C3-F09FF0138C09}" type="presParOf" srcId="{B43BB0DD-EF2F-4C9A-8737-A49130F66F6B}" destId="{862F69D4-6887-484D-A882-EF717E33EA29}" srcOrd="0" destOrd="0" presId="urn:microsoft.com/office/officeart/2005/8/layout/venn3"/>
    <dgm:cxn modelId="{63E14FD2-7E74-4185-AE15-D55BE5935485}" type="presParOf" srcId="{B43BB0DD-EF2F-4C9A-8737-A49130F66F6B}" destId="{DA4B5F48-A920-476A-8681-5D04E65E4A3C}" srcOrd="1" destOrd="0" presId="urn:microsoft.com/office/officeart/2005/8/layout/venn3"/>
    <dgm:cxn modelId="{5965AEAA-9ADC-43FC-86FB-2B296335A216}" type="presParOf" srcId="{B43BB0DD-EF2F-4C9A-8737-A49130F66F6B}" destId="{93D12CA7-6C4D-433A-B752-263FBCE4B85E}" srcOrd="2" destOrd="0" presId="urn:microsoft.com/office/officeart/2005/8/layout/venn3"/>
    <dgm:cxn modelId="{50FA8681-920D-4D20-9641-BAC614A10B75}" type="presParOf" srcId="{B43BB0DD-EF2F-4C9A-8737-A49130F66F6B}" destId="{0FEE5675-B356-49DC-BCD1-BDFB9945802C}" srcOrd="3" destOrd="0" presId="urn:microsoft.com/office/officeart/2005/8/layout/venn3"/>
    <dgm:cxn modelId="{4D92B674-48B1-4CDC-8BD1-64ED314A2228}" type="presParOf" srcId="{B43BB0DD-EF2F-4C9A-8737-A49130F66F6B}" destId="{F63DFC42-E20A-47BB-843D-24DF67A8FBFD}" srcOrd="4" destOrd="0" presId="urn:microsoft.com/office/officeart/2005/8/layout/venn3"/>
    <dgm:cxn modelId="{422A4DC8-2BB1-41DF-82BE-4C81DA22A6F8}" type="presParOf" srcId="{B43BB0DD-EF2F-4C9A-8737-A49130F66F6B}" destId="{933C510C-4C47-4B13-9794-5F8370C85488}" srcOrd="5" destOrd="0" presId="urn:microsoft.com/office/officeart/2005/8/layout/venn3"/>
    <dgm:cxn modelId="{31B72E80-8298-4A05-9F4E-EF82082CD061}" type="presParOf" srcId="{B43BB0DD-EF2F-4C9A-8737-A49130F66F6B}" destId="{501B604C-0723-49DA-8574-6C2A3B3A57CF}" srcOrd="6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FDBBD4C-BF87-474A-9D9A-DA54F0088C4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2FFA81-8F2C-4381-B84F-61A42BCC26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Primary owns triage and coordination; secondary unblocks and escalates.</a:t>
          </a:r>
          <a:endParaRPr lang="en-US"/>
        </a:p>
      </dgm:t>
    </dgm:pt>
    <dgm:pt modelId="{D2562C6D-D05F-4015-87DA-BDC9AEDA8D42}" type="parTrans" cxnId="{8D6F894E-DB3C-4A98-8FC2-86ECC6465EC9}">
      <dgm:prSet/>
      <dgm:spPr/>
      <dgm:t>
        <a:bodyPr/>
        <a:lstStyle/>
        <a:p>
          <a:endParaRPr lang="en-US"/>
        </a:p>
      </dgm:t>
    </dgm:pt>
    <dgm:pt modelId="{220683F2-7920-48B1-BEF0-C3F609750F29}" type="sibTrans" cxnId="{8D6F894E-DB3C-4A98-8FC2-86ECC6465EC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EAB8E7-232D-451C-9FE5-C8E8CDD1AB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Acknowledge quickly; communicate status in the incident channel.</a:t>
          </a:r>
          <a:endParaRPr lang="en-US"/>
        </a:p>
      </dgm:t>
    </dgm:pt>
    <dgm:pt modelId="{EA75D7FC-14E5-40FB-90AB-94F2C0F5D108}" type="parTrans" cxnId="{E9E6F0BC-AD80-455B-8319-99B901F64AF9}">
      <dgm:prSet/>
      <dgm:spPr/>
      <dgm:t>
        <a:bodyPr/>
        <a:lstStyle/>
        <a:p>
          <a:endParaRPr lang="en-US"/>
        </a:p>
      </dgm:t>
    </dgm:pt>
    <dgm:pt modelId="{082C97C6-E0CA-4217-B50E-A5F8E7FDE965}" type="sibTrans" cxnId="{E9E6F0BC-AD80-455B-8319-99B901F64A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63E9C0-B11D-41A9-ADE2-06F62C18F25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Minimize handoffs mid‑incident; document decisions for the postmortem.</a:t>
          </a:r>
          <a:endParaRPr lang="en-US"/>
        </a:p>
      </dgm:t>
    </dgm:pt>
    <dgm:pt modelId="{42C02035-F6A1-4F95-9690-99417FD84896}" type="parTrans" cxnId="{FA78E484-85FF-4F72-9688-78BBE104BB33}">
      <dgm:prSet/>
      <dgm:spPr/>
      <dgm:t>
        <a:bodyPr/>
        <a:lstStyle/>
        <a:p>
          <a:endParaRPr lang="en-US"/>
        </a:p>
      </dgm:t>
    </dgm:pt>
    <dgm:pt modelId="{DCCBAD88-53E1-43B0-8EC7-DC3F9CFD837A}" type="sibTrans" cxnId="{FA78E484-85FF-4F72-9688-78BBE104BB3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879AB2-952F-4977-9885-B892AA04E1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Never punish individuals for paging—fix systems and processes.</a:t>
          </a:r>
          <a:endParaRPr lang="en-US"/>
        </a:p>
      </dgm:t>
    </dgm:pt>
    <dgm:pt modelId="{A4FDE6D3-BD32-457B-8C35-76368607C834}" type="parTrans" cxnId="{2F9E3374-62E3-4CD8-84EB-4DD6C642EAC8}">
      <dgm:prSet/>
      <dgm:spPr/>
      <dgm:t>
        <a:bodyPr/>
        <a:lstStyle/>
        <a:p>
          <a:endParaRPr lang="en-US"/>
        </a:p>
      </dgm:t>
    </dgm:pt>
    <dgm:pt modelId="{624272BB-053D-499B-814F-F07868F6291A}" type="sibTrans" cxnId="{2F9E3374-62E3-4CD8-84EB-4DD6C642EAC8}">
      <dgm:prSet/>
      <dgm:spPr/>
      <dgm:t>
        <a:bodyPr/>
        <a:lstStyle/>
        <a:p>
          <a:endParaRPr lang="en-US"/>
        </a:p>
      </dgm:t>
    </dgm:pt>
    <dgm:pt modelId="{41926256-9FD3-47BA-AB89-DEE44FE8D80D}" type="pres">
      <dgm:prSet presAssocID="{EFDBBD4C-BF87-474A-9D9A-DA54F0088C40}" presName="root" presStyleCnt="0">
        <dgm:presLayoutVars>
          <dgm:dir/>
          <dgm:resizeHandles val="exact"/>
        </dgm:presLayoutVars>
      </dgm:prSet>
      <dgm:spPr/>
    </dgm:pt>
    <dgm:pt modelId="{793D58BB-5EE8-494E-A714-46F010674B48}" type="pres">
      <dgm:prSet presAssocID="{EFDBBD4C-BF87-474A-9D9A-DA54F0088C40}" presName="container" presStyleCnt="0">
        <dgm:presLayoutVars>
          <dgm:dir/>
          <dgm:resizeHandles val="exact"/>
        </dgm:presLayoutVars>
      </dgm:prSet>
      <dgm:spPr/>
    </dgm:pt>
    <dgm:pt modelId="{64D917E1-F421-4C56-806C-76F25F8EF52C}" type="pres">
      <dgm:prSet presAssocID="{4C2FFA81-8F2C-4381-B84F-61A42BCC263C}" presName="compNode" presStyleCnt="0"/>
      <dgm:spPr/>
    </dgm:pt>
    <dgm:pt modelId="{D835FBF7-FAFC-49C8-BC9C-1A0302E4FE99}" type="pres">
      <dgm:prSet presAssocID="{4C2FFA81-8F2C-4381-B84F-61A42BCC263C}" presName="iconBgRect" presStyleLbl="bgShp" presStyleIdx="0" presStyleCnt="4"/>
      <dgm:spPr/>
    </dgm:pt>
    <dgm:pt modelId="{A8D84FB1-A380-4F8F-A8F9-60C545A75C3B}" type="pres">
      <dgm:prSet presAssocID="{4C2FFA81-8F2C-4381-B84F-61A42BCC26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mbulance"/>
        </a:ext>
      </dgm:extLst>
    </dgm:pt>
    <dgm:pt modelId="{53BF25D6-BD89-4CC8-98AF-6D95B071F9A4}" type="pres">
      <dgm:prSet presAssocID="{4C2FFA81-8F2C-4381-B84F-61A42BCC263C}" presName="spaceRect" presStyleCnt="0"/>
      <dgm:spPr/>
    </dgm:pt>
    <dgm:pt modelId="{22EA761F-F036-4FA9-A963-237A36678782}" type="pres">
      <dgm:prSet presAssocID="{4C2FFA81-8F2C-4381-B84F-61A42BCC263C}" presName="textRect" presStyleLbl="revTx" presStyleIdx="0" presStyleCnt="4">
        <dgm:presLayoutVars>
          <dgm:chMax val="1"/>
          <dgm:chPref val="1"/>
        </dgm:presLayoutVars>
      </dgm:prSet>
      <dgm:spPr/>
    </dgm:pt>
    <dgm:pt modelId="{18D687AC-7E40-40A5-9BF6-7BAE98CEAD67}" type="pres">
      <dgm:prSet presAssocID="{220683F2-7920-48B1-BEF0-C3F609750F29}" presName="sibTrans" presStyleLbl="sibTrans2D1" presStyleIdx="0" presStyleCnt="0"/>
      <dgm:spPr/>
    </dgm:pt>
    <dgm:pt modelId="{1587CCF5-DD6F-4863-8662-219259E87903}" type="pres">
      <dgm:prSet presAssocID="{CDEAB8E7-232D-451C-9FE5-C8E8CDD1AB72}" presName="compNode" presStyleCnt="0"/>
      <dgm:spPr/>
    </dgm:pt>
    <dgm:pt modelId="{4653ACCB-9DA8-44B6-8699-2FD5198E8879}" type="pres">
      <dgm:prSet presAssocID="{CDEAB8E7-232D-451C-9FE5-C8E8CDD1AB72}" presName="iconBgRect" presStyleLbl="bgShp" presStyleIdx="1" presStyleCnt="4"/>
      <dgm:spPr/>
    </dgm:pt>
    <dgm:pt modelId="{C25172E3-73B4-453A-910C-F84938AFCD4C}" type="pres">
      <dgm:prSet presAssocID="{CDEAB8E7-232D-451C-9FE5-C8E8CDD1AB7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F10C412-AB9E-4C77-90C5-2EDD497F6C16}" type="pres">
      <dgm:prSet presAssocID="{CDEAB8E7-232D-451C-9FE5-C8E8CDD1AB72}" presName="spaceRect" presStyleCnt="0"/>
      <dgm:spPr/>
    </dgm:pt>
    <dgm:pt modelId="{53D4E86C-B215-4142-8448-1B24A7D474F2}" type="pres">
      <dgm:prSet presAssocID="{CDEAB8E7-232D-451C-9FE5-C8E8CDD1AB72}" presName="textRect" presStyleLbl="revTx" presStyleIdx="1" presStyleCnt="4">
        <dgm:presLayoutVars>
          <dgm:chMax val="1"/>
          <dgm:chPref val="1"/>
        </dgm:presLayoutVars>
      </dgm:prSet>
      <dgm:spPr/>
    </dgm:pt>
    <dgm:pt modelId="{4812A068-BADF-4211-8324-95E47E99520E}" type="pres">
      <dgm:prSet presAssocID="{082C97C6-E0CA-4217-B50E-A5F8E7FDE965}" presName="sibTrans" presStyleLbl="sibTrans2D1" presStyleIdx="0" presStyleCnt="0"/>
      <dgm:spPr/>
    </dgm:pt>
    <dgm:pt modelId="{98C1EF25-6E06-4A91-A6A9-DD2A153DF777}" type="pres">
      <dgm:prSet presAssocID="{7263E9C0-B11D-41A9-ADE2-06F62C18F25E}" presName="compNode" presStyleCnt="0"/>
      <dgm:spPr/>
    </dgm:pt>
    <dgm:pt modelId="{198E44DE-404D-4303-887B-ED46D4AF1242}" type="pres">
      <dgm:prSet presAssocID="{7263E9C0-B11D-41A9-ADE2-06F62C18F25E}" presName="iconBgRect" presStyleLbl="bgShp" presStyleIdx="2" presStyleCnt="4"/>
      <dgm:spPr/>
    </dgm:pt>
    <dgm:pt modelId="{D57562AD-A798-4C55-A099-B9C1EE4EE1C0}" type="pres">
      <dgm:prSet presAssocID="{7263E9C0-B11D-41A9-ADE2-06F62C18F2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tecting Hand"/>
        </a:ext>
      </dgm:extLst>
    </dgm:pt>
    <dgm:pt modelId="{B4E1111A-ACE7-4236-A834-8F508799FE02}" type="pres">
      <dgm:prSet presAssocID="{7263E9C0-B11D-41A9-ADE2-06F62C18F25E}" presName="spaceRect" presStyleCnt="0"/>
      <dgm:spPr/>
    </dgm:pt>
    <dgm:pt modelId="{2D57E23C-D1A9-4D7D-94C1-73A098385E16}" type="pres">
      <dgm:prSet presAssocID="{7263E9C0-B11D-41A9-ADE2-06F62C18F25E}" presName="textRect" presStyleLbl="revTx" presStyleIdx="2" presStyleCnt="4">
        <dgm:presLayoutVars>
          <dgm:chMax val="1"/>
          <dgm:chPref val="1"/>
        </dgm:presLayoutVars>
      </dgm:prSet>
      <dgm:spPr/>
    </dgm:pt>
    <dgm:pt modelId="{6C9CBA93-4CD4-41F0-A079-41BB04DA2380}" type="pres">
      <dgm:prSet presAssocID="{DCCBAD88-53E1-43B0-8EC7-DC3F9CFD837A}" presName="sibTrans" presStyleLbl="sibTrans2D1" presStyleIdx="0" presStyleCnt="0"/>
      <dgm:spPr/>
    </dgm:pt>
    <dgm:pt modelId="{9DB3549D-1B0B-42C9-B0B7-EDB000CFBC08}" type="pres">
      <dgm:prSet presAssocID="{E2879AB2-952F-4977-9885-B892AA04E14F}" presName="compNode" presStyleCnt="0"/>
      <dgm:spPr/>
    </dgm:pt>
    <dgm:pt modelId="{94551E64-172C-4AF3-858E-F38930913F3B}" type="pres">
      <dgm:prSet presAssocID="{E2879AB2-952F-4977-9885-B892AA04E14F}" presName="iconBgRect" presStyleLbl="bgShp" presStyleIdx="3" presStyleCnt="4"/>
      <dgm:spPr/>
    </dgm:pt>
    <dgm:pt modelId="{166224D4-5D8B-4175-AF71-0A4E1A4045F7}" type="pres">
      <dgm:prSet presAssocID="{E2879AB2-952F-4977-9885-B892AA04E1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E60DC8B7-826A-4D46-9F88-8B197D545956}" type="pres">
      <dgm:prSet presAssocID="{E2879AB2-952F-4977-9885-B892AA04E14F}" presName="spaceRect" presStyleCnt="0"/>
      <dgm:spPr/>
    </dgm:pt>
    <dgm:pt modelId="{67D86421-5D11-4AFE-9871-D4F7B8906400}" type="pres">
      <dgm:prSet presAssocID="{E2879AB2-952F-4977-9885-B892AA04E1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8C6B27-ECA4-4657-93FD-6FF67ECFAD4F}" type="presOf" srcId="{7263E9C0-B11D-41A9-ADE2-06F62C18F25E}" destId="{2D57E23C-D1A9-4D7D-94C1-73A098385E16}" srcOrd="0" destOrd="0" presId="urn:microsoft.com/office/officeart/2018/2/layout/IconCircleList"/>
    <dgm:cxn modelId="{6E7F8730-D189-46FB-B313-A963AE250702}" type="presOf" srcId="{E2879AB2-952F-4977-9885-B892AA04E14F}" destId="{67D86421-5D11-4AFE-9871-D4F7B8906400}" srcOrd="0" destOrd="0" presId="urn:microsoft.com/office/officeart/2018/2/layout/IconCircleList"/>
    <dgm:cxn modelId="{E7887667-AF0D-4188-910F-10DF085B78C3}" type="presOf" srcId="{082C97C6-E0CA-4217-B50E-A5F8E7FDE965}" destId="{4812A068-BADF-4211-8324-95E47E99520E}" srcOrd="0" destOrd="0" presId="urn:microsoft.com/office/officeart/2018/2/layout/IconCircleList"/>
    <dgm:cxn modelId="{7941A16A-5D1B-4DF9-9985-1BA2C100B82B}" type="presOf" srcId="{220683F2-7920-48B1-BEF0-C3F609750F29}" destId="{18D687AC-7E40-40A5-9BF6-7BAE98CEAD67}" srcOrd="0" destOrd="0" presId="urn:microsoft.com/office/officeart/2018/2/layout/IconCircleList"/>
    <dgm:cxn modelId="{322E6A6B-9BE8-4AD5-9EBA-B13F823721F6}" type="presOf" srcId="{DCCBAD88-53E1-43B0-8EC7-DC3F9CFD837A}" destId="{6C9CBA93-4CD4-41F0-A079-41BB04DA2380}" srcOrd="0" destOrd="0" presId="urn:microsoft.com/office/officeart/2018/2/layout/IconCircleList"/>
    <dgm:cxn modelId="{8D6F894E-DB3C-4A98-8FC2-86ECC6465EC9}" srcId="{EFDBBD4C-BF87-474A-9D9A-DA54F0088C40}" destId="{4C2FFA81-8F2C-4381-B84F-61A42BCC263C}" srcOrd="0" destOrd="0" parTransId="{D2562C6D-D05F-4015-87DA-BDC9AEDA8D42}" sibTransId="{220683F2-7920-48B1-BEF0-C3F609750F29}"/>
    <dgm:cxn modelId="{2F9E3374-62E3-4CD8-84EB-4DD6C642EAC8}" srcId="{EFDBBD4C-BF87-474A-9D9A-DA54F0088C40}" destId="{E2879AB2-952F-4977-9885-B892AA04E14F}" srcOrd="3" destOrd="0" parTransId="{A4FDE6D3-BD32-457B-8C35-76368607C834}" sibTransId="{624272BB-053D-499B-814F-F07868F6291A}"/>
    <dgm:cxn modelId="{FA78E484-85FF-4F72-9688-78BBE104BB33}" srcId="{EFDBBD4C-BF87-474A-9D9A-DA54F0088C40}" destId="{7263E9C0-B11D-41A9-ADE2-06F62C18F25E}" srcOrd="2" destOrd="0" parTransId="{42C02035-F6A1-4F95-9690-99417FD84896}" sibTransId="{DCCBAD88-53E1-43B0-8EC7-DC3F9CFD837A}"/>
    <dgm:cxn modelId="{AC553991-59F2-4014-B417-0A13B316C23B}" type="presOf" srcId="{4C2FFA81-8F2C-4381-B84F-61A42BCC263C}" destId="{22EA761F-F036-4FA9-A963-237A36678782}" srcOrd="0" destOrd="0" presId="urn:microsoft.com/office/officeart/2018/2/layout/IconCircleList"/>
    <dgm:cxn modelId="{528B38AD-E6AD-4690-89D5-21D6F97ED808}" type="presOf" srcId="{CDEAB8E7-232D-451C-9FE5-C8E8CDD1AB72}" destId="{53D4E86C-B215-4142-8448-1B24A7D474F2}" srcOrd="0" destOrd="0" presId="urn:microsoft.com/office/officeart/2018/2/layout/IconCircleList"/>
    <dgm:cxn modelId="{E9E6F0BC-AD80-455B-8319-99B901F64AF9}" srcId="{EFDBBD4C-BF87-474A-9D9A-DA54F0088C40}" destId="{CDEAB8E7-232D-451C-9FE5-C8E8CDD1AB72}" srcOrd="1" destOrd="0" parTransId="{EA75D7FC-14E5-40FB-90AB-94F2C0F5D108}" sibTransId="{082C97C6-E0CA-4217-B50E-A5F8E7FDE965}"/>
    <dgm:cxn modelId="{DA10BFC5-E2BC-4ACC-8ED5-285AAC16F083}" type="presOf" srcId="{EFDBBD4C-BF87-474A-9D9A-DA54F0088C40}" destId="{41926256-9FD3-47BA-AB89-DEE44FE8D80D}" srcOrd="0" destOrd="0" presId="urn:microsoft.com/office/officeart/2018/2/layout/IconCircleList"/>
    <dgm:cxn modelId="{5C021368-EDB3-45CD-AABC-75ED9B14F2AD}" type="presParOf" srcId="{41926256-9FD3-47BA-AB89-DEE44FE8D80D}" destId="{793D58BB-5EE8-494E-A714-46F010674B48}" srcOrd="0" destOrd="0" presId="urn:microsoft.com/office/officeart/2018/2/layout/IconCircleList"/>
    <dgm:cxn modelId="{708FA1C4-B9F7-4D6D-9472-13D46F8529CA}" type="presParOf" srcId="{793D58BB-5EE8-494E-A714-46F010674B48}" destId="{64D917E1-F421-4C56-806C-76F25F8EF52C}" srcOrd="0" destOrd="0" presId="urn:microsoft.com/office/officeart/2018/2/layout/IconCircleList"/>
    <dgm:cxn modelId="{542DFEC6-0959-43FF-8F43-F3C5036951E2}" type="presParOf" srcId="{64D917E1-F421-4C56-806C-76F25F8EF52C}" destId="{D835FBF7-FAFC-49C8-BC9C-1A0302E4FE99}" srcOrd="0" destOrd="0" presId="urn:microsoft.com/office/officeart/2018/2/layout/IconCircleList"/>
    <dgm:cxn modelId="{90295301-DF8D-4472-9E96-BCE34E1719E3}" type="presParOf" srcId="{64D917E1-F421-4C56-806C-76F25F8EF52C}" destId="{A8D84FB1-A380-4F8F-A8F9-60C545A75C3B}" srcOrd="1" destOrd="0" presId="urn:microsoft.com/office/officeart/2018/2/layout/IconCircleList"/>
    <dgm:cxn modelId="{E3DEBB94-2D32-45B9-8B88-A08C28826179}" type="presParOf" srcId="{64D917E1-F421-4C56-806C-76F25F8EF52C}" destId="{53BF25D6-BD89-4CC8-98AF-6D95B071F9A4}" srcOrd="2" destOrd="0" presId="urn:microsoft.com/office/officeart/2018/2/layout/IconCircleList"/>
    <dgm:cxn modelId="{17B27D7A-72BA-45A9-95D6-837AB4AE0F17}" type="presParOf" srcId="{64D917E1-F421-4C56-806C-76F25F8EF52C}" destId="{22EA761F-F036-4FA9-A963-237A36678782}" srcOrd="3" destOrd="0" presId="urn:microsoft.com/office/officeart/2018/2/layout/IconCircleList"/>
    <dgm:cxn modelId="{92CF479A-5D67-4FF4-8411-4A4490AA3356}" type="presParOf" srcId="{793D58BB-5EE8-494E-A714-46F010674B48}" destId="{18D687AC-7E40-40A5-9BF6-7BAE98CEAD67}" srcOrd="1" destOrd="0" presId="urn:microsoft.com/office/officeart/2018/2/layout/IconCircleList"/>
    <dgm:cxn modelId="{686BE9DE-89BD-497D-99AA-874E893ADB0E}" type="presParOf" srcId="{793D58BB-5EE8-494E-A714-46F010674B48}" destId="{1587CCF5-DD6F-4863-8662-219259E87903}" srcOrd="2" destOrd="0" presId="urn:microsoft.com/office/officeart/2018/2/layout/IconCircleList"/>
    <dgm:cxn modelId="{64874BBD-50AE-457D-8519-D33C705B84AA}" type="presParOf" srcId="{1587CCF5-DD6F-4863-8662-219259E87903}" destId="{4653ACCB-9DA8-44B6-8699-2FD5198E8879}" srcOrd="0" destOrd="0" presId="urn:microsoft.com/office/officeart/2018/2/layout/IconCircleList"/>
    <dgm:cxn modelId="{72B492A3-9C96-451F-AC9A-38FEF480CB78}" type="presParOf" srcId="{1587CCF5-DD6F-4863-8662-219259E87903}" destId="{C25172E3-73B4-453A-910C-F84938AFCD4C}" srcOrd="1" destOrd="0" presId="urn:microsoft.com/office/officeart/2018/2/layout/IconCircleList"/>
    <dgm:cxn modelId="{8BCC9F4E-0187-4B96-800D-44A5A2FF3258}" type="presParOf" srcId="{1587CCF5-DD6F-4863-8662-219259E87903}" destId="{4F10C412-AB9E-4C77-90C5-2EDD497F6C16}" srcOrd="2" destOrd="0" presId="urn:microsoft.com/office/officeart/2018/2/layout/IconCircleList"/>
    <dgm:cxn modelId="{CC35B881-2E60-4E2C-A5D4-0178B11C4DFE}" type="presParOf" srcId="{1587CCF5-DD6F-4863-8662-219259E87903}" destId="{53D4E86C-B215-4142-8448-1B24A7D474F2}" srcOrd="3" destOrd="0" presId="urn:microsoft.com/office/officeart/2018/2/layout/IconCircleList"/>
    <dgm:cxn modelId="{3F766352-7703-4905-A63A-01CD5B18BA05}" type="presParOf" srcId="{793D58BB-5EE8-494E-A714-46F010674B48}" destId="{4812A068-BADF-4211-8324-95E47E99520E}" srcOrd="3" destOrd="0" presId="urn:microsoft.com/office/officeart/2018/2/layout/IconCircleList"/>
    <dgm:cxn modelId="{C02C0B7D-C04C-4948-9A80-3A9053DBE985}" type="presParOf" srcId="{793D58BB-5EE8-494E-A714-46F010674B48}" destId="{98C1EF25-6E06-4A91-A6A9-DD2A153DF777}" srcOrd="4" destOrd="0" presId="urn:microsoft.com/office/officeart/2018/2/layout/IconCircleList"/>
    <dgm:cxn modelId="{2043568D-4455-4D20-89D6-EEF3DF3E710F}" type="presParOf" srcId="{98C1EF25-6E06-4A91-A6A9-DD2A153DF777}" destId="{198E44DE-404D-4303-887B-ED46D4AF1242}" srcOrd="0" destOrd="0" presId="urn:microsoft.com/office/officeart/2018/2/layout/IconCircleList"/>
    <dgm:cxn modelId="{994EE98C-AB70-4349-9B88-6D71075303D0}" type="presParOf" srcId="{98C1EF25-6E06-4A91-A6A9-DD2A153DF777}" destId="{D57562AD-A798-4C55-A099-B9C1EE4EE1C0}" srcOrd="1" destOrd="0" presId="urn:microsoft.com/office/officeart/2018/2/layout/IconCircleList"/>
    <dgm:cxn modelId="{5DAE366A-75E9-4445-9175-B8D26B624F0A}" type="presParOf" srcId="{98C1EF25-6E06-4A91-A6A9-DD2A153DF777}" destId="{B4E1111A-ACE7-4236-A834-8F508799FE02}" srcOrd="2" destOrd="0" presId="urn:microsoft.com/office/officeart/2018/2/layout/IconCircleList"/>
    <dgm:cxn modelId="{C88BFC06-D754-4E62-AE65-6CAD085E0C3E}" type="presParOf" srcId="{98C1EF25-6E06-4A91-A6A9-DD2A153DF777}" destId="{2D57E23C-D1A9-4D7D-94C1-73A098385E16}" srcOrd="3" destOrd="0" presId="urn:microsoft.com/office/officeart/2018/2/layout/IconCircleList"/>
    <dgm:cxn modelId="{41353439-BA61-40E1-9D4F-5142CDB75CE8}" type="presParOf" srcId="{793D58BB-5EE8-494E-A714-46F010674B48}" destId="{6C9CBA93-4CD4-41F0-A079-41BB04DA2380}" srcOrd="5" destOrd="0" presId="urn:microsoft.com/office/officeart/2018/2/layout/IconCircleList"/>
    <dgm:cxn modelId="{FBE76FB3-49C1-4DC4-B065-BCA3C353106E}" type="presParOf" srcId="{793D58BB-5EE8-494E-A714-46F010674B48}" destId="{9DB3549D-1B0B-42C9-B0B7-EDB000CFBC08}" srcOrd="6" destOrd="0" presId="urn:microsoft.com/office/officeart/2018/2/layout/IconCircleList"/>
    <dgm:cxn modelId="{243E438F-A0E3-431E-A6D1-35D46A885912}" type="presParOf" srcId="{9DB3549D-1B0B-42C9-B0B7-EDB000CFBC08}" destId="{94551E64-172C-4AF3-858E-F38930913F3B}" srcOrd="0" destOrd="0" presId="urn:microsoft.com/office/officeart/2018/2/layout/IconCircleList"/>
    <dgm:cxn modelId="{3176269C-1EB5-4F33-A5C4-A346044FC027}" type="presParOf" srcId="{9DB3549D-1B0B-42C9-B0B7-EDB000CFBC08}" destId="{166224D4-5D8B-4175-AF71-0A4E1A4045F7}" srcOrd="1" destOrd="0" presId="urn:microsoft.com/office/officeart/2018/2/layout/IconCircleList"/>
    <dgm:cxn modelId="{C8F8B13B-E49D-4A5B-92CF-760CA7130C22}" type="presParOf" srcId="{9DB3549D-1B0B-42C9-B0B7-EDB000CFBC08}" destId="{E60DC8B7-826A-4D46-9F88-8B197D545956}" srcOrd="2" destOrd="0" presId="urn:microsoft.com/office/officeart/2018/2/layout/IconCircleList"/>
    <dgm:cxn modelId="{A2B7580E-0DC3-42F2-A307-BD5172EB9B5B}" type="presParOf" srcId="{9DB3549D-1B0B-42C9-B0B7-EDB000CFBC08}" destId="{67D86421-5D11-4AFE-9871-D4F7B890640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CE0DBC-63C6-4F76-8AB3-A06272361F0A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F566-8858-4BC2-9C68-25D83D88B235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Shared, scheduled responsibility to respond to production alerts (primary/secondary).</a:t>
          </a:r>
        </a:p>
      </dsp:txBody>
      <dsp:txXfrm>
        <a:off x="378614" y="886531"/>
        <a:ext cx="2810360" cy="1744948"/>
      </dsp:txXfrm>
    </dsp:sp>
    <dsp:sp modelId="{56A4BE93-4DDC-4B1F-8566-72B8FEAD7003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EA759-B5D9-48B0-B634-A640B139B0B8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DevOps principle: teams who build services also operate them.</a:t>
          </a:r>
        </a:p>
      </dsp:txBody>
      <dsp:txXfrm>
        <a:off x="3946203" y="886531"/>
        <a:ext cx="2810360" cy="1744948"/>
      </dsp:txXfrm>
    </dsp:sp>
    <dsp:sp modelId="{02EFAE72-EB44-4626-A97D-B5F6D26F314D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A07BC-D4BE-4EF2-8EF3-29F06D1D2BC2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Goals: fast detection, fast mitigation, and sustainable on-call culture.</a:t>
          </a:r>
        </a:p>
      </dsp:txBody>
      <dsp:txXfrm>
        <a:off x="7513791" y="886531"/>
        <a:ext cx="2810360" cy="1744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EEBAF-B277-4F46-A7D6-30966C11CE6B}">
      <dsp:nvSpPr>
        <dsp:cNvPr id="0" name=""/>
        <dsp:cNvSpPr/>
      </dsp:nvSpPr>
      <dsp:spPr>
        <a:xfrm>
          <a:off x="6050" y="683259"/>
          <a:ext cx="2122281" cy="6366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07" tIns="167707" rIns="167707" bIns="1677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Have</a:t>
          </a:r>
        </a:p>
      </dsp:txBody>
      <dsp:txXfrm>
        <a:off x="6050" y="683259"/>
        <a:ext cx="2122281" cy="636684"/>
      </dsp:txXfrm>
    </dsp:sp>
    <dsp:sp modelId="{768B868D-F9CE-4385-BBF5-BE7F9252ECE3}">
      <dsp:nvSpPr>
        <dsp:cNvPr id="0" name=""/>
        <dsp:cNvSpPr/>
      </dsp:nvSpPr>
      <dsp:spPr>
        <a:xfrm>
          <a:off x="6050" y="1319944"/>
          <a:ext cx="2122281" cy="1413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634" tIns="209634" rIns="209634" bIns="209634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Have a primary and a secondary (or manager escalation).</a:t>
          </a:r>
        </a:p>
      </dsp:txBody>
      <dsp:txXfrm>
        <a:off x="6050" y="1319944"/>
        <a:ext cx="2122281" cy="1413095"/>
      </dsp:txXfrm>
    </dsp:sp>
    <dsp:sp modelId="{3019DF8D-B7B0-4157-8258-DFFEBA54F64C}">
      <dsp:nvSpPr>
        <dsp:cNvPr id="0" name=""/>
        <dsp:cNvSpPr/>
      </dsp:nvSpPr>
      <dsp:spPr>
        <a:xfrm>
          <a:off x="2236227" y="683259"/>
          <a:ext cx="2122281" cy="6366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07" tIns="167707" rIns="167707" bIns="1677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Follow</a:t>
          </a:r>
        </a:p>
      </dsp:txBody>
      <dsp:txXfrm>
        <a:off x="2236227" y="683259"/>
        <a:ext cx="2122281" cy="636684"/>
      </dsp:txXfrm>
    </dsp:sp>
    <dsp:sp modelId="{D8F7FCA7-0232-479B-90E4-051BD8A90511}">
      <dsp:nvSpPr>
        <dsp:cNvPr id="0" name=""/>
        <dsp:cNvSpPr/>
      </dsp:nvSpPr>
      <dsp:spPr>
        <a:xfrm>
          <a:off x="2236227" y="1319944"/>
          <a:ext cx="2122281" cy="1413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634" tIns="209634" rIns="209634" bIns="209634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Week‑long shifts are common; follow‑the‑sun if you have global teams.</a:t>
          </a:r>
        </a:p>
      </dsp:txBody>
      <dsp:txXfrm>
        <a:off x="2236227" y="1319944"/>
        <a:ext cx="2122281" cy="1413095"/>
      </dsp:txXfrm>
    </dsp:sp>
    <dsp:sp modelId="{9EC50E96-9079-485E-9CCA-BAD1CEABF937}">
      <dsp:nvSpPr>
        <dsp:cNvPr id="0" name=""/>
        <dsp:cNvSpPr/>
      </dsp:nvSpPr>
      <dsp:spPr>
        <a:xfrm>
          <a:off x="4466403" y="683259"/>
          <a:ext cx="2122281" cy="6366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07" tIns="167707" rIns="167707" bIns="1677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</a:t>
          </a:r>
        </a:p>
      </dsp:txBody>
      <dsp:txXfrm>
        <a:off x="4466403" y="683259"/>
        <a:ext cx="2122281" cy="636684"/>
      </dsp:txXfrm>
    </dsp:sp>
    <dsp:sp modelId="{F6DDB628-B069-4B1F-A0B5-E0D157AE1CD6}">
      <dsp:nvSpPr>
        <dsp:cNvPr id="0" name=""/>
        <dsp:cNvSpPr/>
      </dsp:nvSpPr>
      <dsp:spPr>
        <a:xfrm>
          <a:off x="4466403" y="1319944"/>
          <a:ext cx="2122281" cy="1413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634" tIns="209634" rIns="209634" bIns="209634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Use the '25% rule' for staffing: ~8 engineers for 24×7 with primary+secondary.</a:t>
          </a:r>
        </a:p>
      </dsp:txBody>
      <dsp:txXfrm>
        <a:off x="4466403" y="1319944"/>
        <a:ext cx="2122281" cy="1413095"/>
      </dsp:txXfrm>
    </dsp:sp>
    <dsp:sp modelId="{CD5E7235-0E1D-4CC1-A073-5D19C4BC808A}">
      <dsp:nvSpPr>
        <dsp:cNvPr id="0" name=""/>
        <dsp:cNvSpPr/>
      </dsp:nvSpPr>
      <dsp:spPr>
        <a:xfrm>
          <a:off x="6696580" y="683259"/>
          <a:ext cx="2122281" cy="63668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707" tIns="167707" rIns="167707" bIns="167707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Publish</a:t>
          </a:r>
        </a:p>
      </dsp:txBody>
      <dsp:txXfrm>
        <a:off x="6696580" y="683259"/>
        <a:ext cx="2122281" cy="636684"/>
      </dsp:txXfrm>
    </dsp:sp>
    <dsp:sp modelId="{2370B2CF-5627-411E-A685-948F642EBDFE}">
      <dsp:nvSpPr>
        <dsp:cNvPr id="0" name=""/>
        <dsp:cNvSpPr/>
      </dsp:nvSpPr>
      <dsp:spPr>
        <a:xfrm>
          <a:off x="6696580" y="1319944"/>
          <a:ext cx="2122281" cy="14130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634" tIns="209634" rIns="209634" bIns="209634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Publish expectations (response times, handoff checklist, paging etiquette).</a:t>
          </a:r>
        </a:p>
      </dsp:txBody>
      <dsp:txXfrm>
        <a:off x="6696580" y="1319944"/>
        <a:ext cx="2122281" cy="14130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7FBD48-DB1E-44ED-AE19-FA6A226451C0}">
      <dsp:nvSpPr>
        <dsp:cNvPr id="0" name=""/>
        <dsp:cNvSpPr/>
      </dsp:nvSpPr>
      <dsp:spPr>
        <a:xfrm>
          <a:off x="1764982" y="1067"/>
          <a:ext cx="7059930" cy="10942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82" tIns="277948" rIns="136982" bIns="27794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Pages must be actionable and urgent (worth waking someone at 2 a.m.).</a:t>
          </a:r>
        </a:p>
      </dsp:txBody>
      <dsp:txXfrm>
        <a:off x="1764982" y="1067"/>
        <a:ext cx="7059930" cy="1094283"/>
      </dsp:txXfrm>
    </dsp:sp>
    <dsp:sp modelId="{AB7C4DC7-29FB-4D9B-8A10-591C8D6DE1EE}">
      <dsp:nvSpPr>
        <dsp:cNvPr id="0" name=""/>
        <dsp:cNvSpPr/>
      </dsp:nvSpPr>
      <dsp:spPr>
        <a:xfrm>
          <a:off x="0" y="1067"/>
          <a:ext cx="1764982" cy="10942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97" tIns="108091" rIns="93397" bIns="10809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Criteria</a:t>
          </a:r>
        </a:p>
      </dsp:txBody>
      <dsp:txXfrm>
        <a:off x="0" y="1067"/>
        <a:ext cx="1764982" cy="1094283"/>
      </dsp:txXfrm>
    </dsp:sp>
    <dsp:sp modelId="{6C5B60AF-A897-4E53-87D4-39B4F6C3D7AF}">
      <dsp:nvSpPr>
        <dsp:cNvPr id="0" name=""/>
        <dsp:cNvSpPr/>
      </dsp:nvSpPr>
      <dsp:spPr>
        <a:xfrm>
          <a:off x="1764982" y="1161008"/>
          <a:ext cx="7059930" cy="10942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82" tIns="277948" rIns="136982" bIns="27794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Alert on user‑visible symptoms (SLOs) rather than every internal blip.</a:t>
          </a:r>
        </a:p>
      </dsp:txBody>
      <dsp:txXfrm>
        <a:off x="1764982" y="1161008"/>
        <a:ext cx="7059930" cy="1094283"/>
      </dsp:txXfrm>
    </dsp:sp>
    <dsp:sp modelId="{CB1396FA-5707-46B7-B675-6165D76360EC}">
      <dsp:nvSpPr>
        <dsp:cNvPr id="0" name=""/>
        <dsp:cNvSpPr/>
      </dsp:nvSpPr>
      <dsp:spPr>
        <a:xfrm>
          <a:off x="0" y="1161008"/>
          <a:ext cx="1764982" cy="10942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97" tIns="108091" rIns="93397" bIns="10809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Filter</a:t>
          </a:r>
        </a:p>
      </dsp:txBody>
      <dsp:txXfrm>
        <a:off x="0" y="1161008"/>
        <a:ext cx="1764982" cy="1094283"/>
      </dsp:txXfrm>
    </dsp:sp>
    <dsp:sp modelId="{C0A2C56A-A444-44E7-900C-711766B7564E}">
      <dsp:nvSpPr>
        <dsp:cNvPr id="0" name=""/>
        <dsp:cNvSpPr/>
      </dsp:nvSpPr>
      <dsp:spPr>
        <a:xfrm>
          <a:off x="1764982" y="2320948"/>
          <a:ext cx="7059930" cy="109428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982" tIns="277948" rIns="136982" bIns="277948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Continuously prune noisy alerts; automate known responses where safe.</a:t>
          </a:r>
        </a:p>
      </dsp:txBody>
      <dsp:txXfrm>
        <a:off x="1764982" y="2320948"/>
        <a:ext cx="7059930" cy="1094283"/>
      </dsp:txXfrm>
    </dsp:sp>
    <dsp:sp modelId="{0F26E2D5-102F-4589-A55E-ECD114A3F04E}">
      <dsp:nvSpPr>
        <dsp:cNvPr id="0" name=""/>
        <dsp:cNvSpPr/>
      </dsp:nvSpPr>
      <dsp:spPr>
        <a:xfrm>
          <a:off x="0" y="2320948"/>
          <a:ext cx="1764982" cy="109428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3397" tIns="108091" rIns="93397" bIns="108091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Improve</a:t>
          </a:r>
        </a:p>
      </dsp:txBody>
      <dsp:txXfrm>
        <a:off x="0" y="2320948"/>
        <a:ext cx="1764982" cy="10942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FA3982-6A2A-4E97-AF5A-24B3A9D9D9EB}">
      <dsp:nvSpPr>
        <dsp:cNvPr id="0" name=""/>
        <dsp:cNvSpPr/>
      </dsp:nvSpPr>
      <dsp:spPr>
        <a:xfrm>
          <a:off x="0" y="1417"/>
          <a:ext cx="8824913" cy="71862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756C99-E851-4EB6-AD84-4E19DCC20DF0}">
      <dsp:nvSpPr>
        <dsp:cNvPr id="0" name=""/>
        <dsp:cNvSpPr/>
      </dsp:nvSpPr>
      <dsp:spPr>
        <a:xfrm>
          <a:off x="217383" y="163108"/>
          <a:ext cx="395243" cy="3952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D566492-13EF-4D25-845B-2499D9687385}">
      <dsp:nvSpPr>
        <dsp:cNvPr id="0" name=""/>
        <dsp:cNvSpPr/>
      </dsp:nvSpPr>
      <dsp:spPr>
        <a:xfrm>
          <a:off x="830010" y="1417"/>
          <a:ext cx="7994902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Structured handoff: recent incidents, known risks, planned changes.</a:t>
          </a:r>
          <a:endParaRPr lang="en-US" sz="1800" kern="1200" dirty="0"/>
        </a:p>
      </dsp:txBody>
      <dsp:txXfrm>
        <a:off x="830010" y="1417"/>
        <a:ext cx="7994902" cy="718624"/>
      </dsp:txXfrm>
    </dsp:sp>
    <dsp:sp modelId="{9D6C8C00-4E2C-40B7-A6D4-0252FE552DB6}">
      <dsp:nvSpPr>
        <dsp:cNvPr id="0" name=""/>
        <dsp:cNvSpPr/>
      </dsp:nvSpPr>
      <dsp:spPr>
        <a:xfrm>
          <a:off x="0" y="899697"/>
          <a:ext cx="8824913" cy="71862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E43C927-6A3E-44B4-B21F-FCBC00067991}">
      <dsp:nvSpPr>
        <dsp:cNvPr id="0" name=""/>
        <dsp:cNvSpPr/>
      </dsp:nvSpPr>
      <dsp:spPr>
        <a:xfrm>
          <a:off x="217383" y="1061388"/>
          <a:ext cx="395243" cy="3952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1DA616A-3494-44E9-B287-E1DF03FF5984}">
      <dsp:nvSpPr>
        <dsp:cNvPr id="0" name=""/>
        <dsp:cNvSpPr/>
      </dsp:nvSpPr>
      <dsp:spPr>
        <a:xfrm>
          <a:off x="830010" y="899697"/>
          <a:ext cx="7994902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Runbooks with step‑by‑step mitigations and clearly defined owners.</a:t>
          </a:r>
          <a:endParaRPr lang="en-US" sz="1800" kern="1200" dirty="0"/>
        </a:p>
      </dsp:txBody>
      <dsp:txXfrm>
        <a:off x="830010" y="899697"/>
        <a:ext cx="7994902" cy="718624"/>
      </dsp:txXfrm>
    </dsp:sp>
    <dsp:sp modelId="{B76EBFED-FCBA-411B-9DD6-1F4233BACDF2}">
      <dsp:nvSpPr>
        <dsp:cNvPr id="0" name=""/>
        <dsp:cNvSpPr/>
      </dsp:nvSpPr>
      <dsp:spPr>
        <a:xfrm>
          <a:off x="0" y="1797978"/>
          <a:ext cx="8824913" cy="71862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DCA2C75-4B3C-4CF0-9AF0-AD188F5B14F3}">
      <dsp:nvSpPr>
        <dsp:cNvPr id="0" name=""/>
        <dsp:cNvSpPr/>
      </dsp:nvSpPr>
      <dsp:spPr>
        <a:xfrm>
          <a:off x="217383" y="1959668"/>
          <a:ext cx="395243" cy="39524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8C98663-506F-4C72-8B72-ED66A9BE4C78}">
      <dsp:nvSpPr>
        <dsp:cNvPr id="0" name=""/>
        <dsp:cNvSpPr/>
      </dsp:nvSpPr>
      <dsp:spPr>
        <a:xfrm>
          <a:off x="830010" y="1797978"/>
          <a:ext cx="7994902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Access readiness: VPN, dashboards, logs, feature flags, rollback tools.</a:t>
          </a:r>
          <a:endParaRPr lang="en-US" sz="1800" kern="1200" dirty="0"/>
        </a:p>
      </dsp:txBody>
      <dsp:txXfrm>
        <a:off x="830010" y="1797978"/>
        <a:ext cx="7994902" cy="718624"/>
      </dsp:txXfrm>
    </dsp:sp>
    <dsp:sp modelId="{05820AF4-D785-4932-B750-55EF9F5F8D55}">
      <dsp:nvSpPr>
        <dsp:cNvPr id="0" name=""/>
        <dsp:cNvSpPr/>
      </dsp:nvSpPr>
      <dsp:spPr>
        <a:xfrm>
          <a:off x="0" y="2696258"/>
          <a:ext cx="8824913" cy="718624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8248A91-EBFF-4DEC-8EAF-D14A838CA953}">
      <dsp:nvSpPr>
        <dsp:cNvPr id="0" name=""/>
        <dsp:cNvSpPr/>
      </dsp:nvSpPr>
      <dsp:spPr>
        <a:xfrm>
          <a:off x="217383" y="2857948"/>
          <a:ext cx="395243" cy="39524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63500" dist="38100" dir="5400000" rotWithShape="0">
            <a:srgbClr val="000000">
              <a:alpha val="60000"/>
            </a:srgbClr>
          </a:outerShdw>
        </a:effectLst>
        <a:scene3d>
          <a:camera prst="orthographicFront">
            <a:rot lat="0" lon="0" rev="0"/>
          </a:camera>
          <a:lightRig rig="threePt" dir="tl"/>
        </a:scene3d>
        <a:sp3d prstMaterial="plastic">
          <a:bevelT w="0" h="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00202AA-23DB-4635-B090-964C984A75AB}">
      <dsp:nvSpPr>
        <dsp:cNvPr id="0" name=""/>
        <dsp:cNvSpPr/>
      </dsp:nvSpPr>
      <dsp:spPr>
        <a:xfrm>
          <a:off x="830010" y="2696258"/>
          <a:ext cx="7994902" cy="718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054" tIns="76054" rIns="76054" bIns="76054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Shadow rotations for new engineers; rehearsal with game days.</a:t>
          </a:r>
          <a:endParaRPr lang="en-US" sz="1800" kern="1200"/>
        </a:p>
      </dsp:txBody>
      <dsp:txXfrm>
        <a:off x="830010" y="2696258"/>
        <a:ext cx="7994902" cy="7186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1DE61C-FBA5-47F3-9B04-1D39DD78FFA2}">
      <dsp:nvSpPr>
        <dsp:cNvPr id="0" name=""/>
        <dsp:cNvSpPr/>
      </dsp:nvSpPr>
      <dsp:spPr>
        <a:xfrm>
          <a:off x="145965" y="288102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489B03-2F68-4248-9ACB-226F73A6BF90}">
      <dsp:nvSpPr>
        <dsp:cNvPr id="0" name=""/>
        <dsp:cNvSpPr/>
      </dsp:nvSpPr>
      <dsp:spPr>
        <a:xfrm>
          <a:off x="383194" y="525331"/>
          <a:ext cx="655203" cy="6552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47E59F-CFC6-44C0-AB26-C042067F2FC0}">
      <dsp:nvSpPr>
        <dsp:cNvPr id="0" name=""/>
        <dsp:cNvSpPr/>
      </dsp:nvSpPr>
      <dsp:spPr>
        <a:xfrm>
          <a:off x="1517697" y="288102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Set paging budgets (max pages per shift/night); rotate or stop-the-line if exceeded.</a:t>
          </a:r>
          <a:endParaRPr lang="en-US" sz="1600" kern="1200"/>
        </a:p>
      </dsp:txBody>
      <dsp:txXfrm>
        <a:off x="1517697" y="288102"/>
        <a:ext cx="2662774" cy="1129661"/>
      </dsp:txXfrm>
    </dsp:sp>
    <dsp:sp modelId="{45691AEA-BC68-41F9-A5D5-A9983B7E0C9F}">
      <dsp:nvSpPr>
        <dsp:cNvPr id="0" name=""/>
        <dsp:cNvSpPr/>
      </dsp:nvSpPr>
      <dsp:spPr>
        <a:xfrm>
          <a:off x="4644440" y="288102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3101ED-05D9-491F-863F-4FDEAD3D8176}">
      <dsp:nvSpPr>
        <dsp:cNvPr id="0" name=""/>
        <dsp:cNvSpPr/>
      </dsp:nvSpPr>
      <dsp:spPr>
        <a:xfrm>
          <a:off x="4881669" y="525331"/>
          <a:ext cx="655203" cy="6552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CC9240-6589-4178-9BF4-4ADE0904BD81}">
      <dsp:nvSpPr>
        <dsp:cNvPr id="0" name=""/>
        <dsp:cNvSpPr/>
      </dsp:nvSpPr>
      <dsp:spPr>
        <a:xfrm>
          <a:off x="6016172" y="288102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Prefer automation over repetition; eliminate flappy alerts.</a:t>
          </a:r>
          <a:endParaRPr lang="en-US" sz="1600" kern="1200"/>
        </a:p>
      </dsp:txBody>
      <dsp:txXfrm>
        <a:off x="6016172" y="288102"/>
        <a:ext cx="2662774" cy="1129661"/>
      </dsp:txXfrm>
    </dsp:sp>
    <dsp:sp modelId="{B495A095-4826-4547-96A0-89EED63A0794}">
      <dsp:nvSpPr>
        <dsp:cNvPr id="0" name=""/>
        <dsp:cNvSpPr/>
      </dsp:nvSpPr>
      <dsp:spPr>
        <a:xfrm>
          <a:off x="145965" y="1998535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EC88A7-B574-48CA-922F-BC8DB1F3C1E0}">
      <dsp:nvSpPr>
        <dsp:cNvPr id="0" name=""/>
        <dsp:cNvSpPr/>
      </dsp:nvSpPr>
      <dsp:spPr>
        <a:xfrm>
          <a:off x="383194" y="2235764"/>
          <a:ext cx="655203" cy="6552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19FDC-3600-47D1-8482-7CFCDFA82D33}">
      <dsp:nvSpPr>
        <dsp:cNvPr id="0" name=""/>
        <dsp:cNvSpPr/>
      </dsp:nvSpPr>
      <dsp:spPr>
        <a:xfrm>
          <a:off x="1517697" y="1998535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Offer recovery time after overnight incidents; compensate fairly.</a:t>
          </a:r>
          <a:endParaRPr lang="en-US" sz="1600" kern="1200"/>
        </a:p>
      </dsp:txBody>
      <dsp:txXfrm>
        <a:off x="1517697" y="1998535"/>
        <a:ext cx="2662774" cy="1129661"/>
      </dsp:txXfrm>
    </dsp:sp>
    <dsp:sp modelId="{7AEA8062-E77B-4FEA-B742-736830B8BC59}">
      <dsp:nvSpPr>
        <dsp:cNvPr id="0" name=""/>
        <dsp:cNvSpPr/>
      </dsp:nvSpPr>
      <dsp:spPr>
        <a:xfrm>
          <a:off x="4644440" y="1998535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BF8626-BBE1-46F4-ADEE-87CBA63EE428}">
      <dsp:nvSpPr>
        <dsp:cNvPr id="0" name=""/>
        <dsp:cNvSpPr/>
      </dsp:nvSpPr>
      <dsp:spPr>
        <a:xfrm>
          <a:off x="4881669" y="2235764"/>
          <a:ext cx="655203" cy="6552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EBA2FC-4D53-4886-9CC2-CA820DF94EDC}">
      <dsp:nvSpPr>
        <dsp:cNvPr id="0" name=""/>
        <dsp:cNvSpPr/>
      </dsp:nvSpPr>
      <dsp:spPr>
        <a:xfrm>
          <a:off x="6016172" y="1998535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/>
            <a:t>Track wellbeing signals: sleep disruption, burnout indicators.</a:t>
          </a:r>
          <a:endParaRPr lang="en-US" sz="1600" kern="1200"/>
        </a:p>
      </dsp:txBody>
      <dsp:txXfrm>
        <a:off x="6016172" y="1998535"/>
        <a:ext cx="2662774" cy="112966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2F69D4-6887-484D-A882-EF717E33EA29}">
      <dsp:nvSpPr>
        <dsp:cNvPr id="0" name=""/>
        <dsp:cNvSpPr/>
      </dsp:nvSpPr>
      <dsp:spPr>
        <a:xfrm>
          <a:off x="2950" y="1007302"/>
          <a:ext cx="2960672" cy="29606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2936" tIns="15240" rIns="162936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MTTA / MTTR, page volume per person, pages outside work hours.</a:t>
          </a:r>
        </a:p>
      </dsp:txBody>
      <dsp:txXfrm>
        <a:off x="436530" y="1440882"/>
        <a:ext cx="2093512" cy="2093512"/>
      </dsp:txXfrm>
    </dsp:sp>
    <dsp:sp modelId="{93D12CA7-6C4D-433A-B752-263FBCE4B85E}">
      <dsp:nvSpPr>
        <dsp:cNvPr id="0" name=""/>
        <dsp:cNvSpPr/>
      </dsp:nvSpPr>
      <dsp:spPr>
        <a:xfrm>
          <a:off x="2371488" y="1007302"/>
          <a:ext cx="2960672" cy="29606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2936" tIns="15240" rIns="162936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Alert reliability: % actionable, duplicate/false‑positive rate.</a:t>
          </a:r>
        </a:p>
      </dsp:txBody>
      <dsp:txXfrm>
        <a:off x="2805068" y="1440882"/>
        <a:ext cx="2093512" cy="2093512"/>
      </dsp:txXfrm>
    </dsp:sp>
    <dsp:sp modelId="{F63DFC42-E20A-47BB-843D-24DF67A8FBFD}">
      <dsp:nvSpPr>
        <dsp:cNvPr id="0" name=""/>
        <dsp:cNvSpPr/>
      </dsp:nvSpPr>
      <dsp:spPr>
        <a:xfrm>
          <a:off x="4740026" y="1007302"/>
          <a:ext cx="2960672" cy="29606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2936" tIns="15240" rIns="162936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SLO error budget burn, incident rate by service ownership.</a:t>
          </a:r>
        </a:p>
      </dsp:txBody>
      <dsp:txXfrm>
        <a:off x="5173606" y="1440882"/>
        <a:ext cx="2093512" cy="2093512"/>
      </dsp:txXfrm>
    </dsp:sp>
    <dsp:sp modelId="{501B604C-0723-49DA-8574-6C2A3B3A57CF}">
      <dsp:nvSpPr>
        <dsp:cNvPr id="0" name=""/>
        <dsp:cNvSpPr/>
      </dsp:nvSpPr>
      <dsp:spPr>
        <a:xfrm>
          <a:off x="7108564" y="1007302"/>
          <a:ext cx="2960672" cy="296067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62936" tIns="15240" rIns="162936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Post‑incident actions closed (automation, bug fixes, playbook updates).</a:t>
          </a:r>
        </a:p>
      </dsp:txBody>
      <dsp:txXfrm>
        <a:off x="7542144" y="1440882"/>
        <a:ext cx="2093512" cy="20935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35FBF7-FAFC-49C8-BC9C-1A0302E4FE99}">
      <dsp:nvSpPr>
        <dsp:cNvPr id="0" name=""/>
        <dsp:cNvSpPr/>
      </dsp:nvSpPr>
      <dsp:spPr>
        <a:xfrm>
          <a:off x="145965" y="288102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D84FB1-A380-4F8F-A8F9-60C545A75C3B}">
      <dsp:nvSpPr>
        <dsp:cNvPr id="0" name=""/>
        <dsp:cNvSpPr/>
      </dsp:nvSpPr>
      <dsp:spPr>
        <a:xfrm>
          <a:off x="383194" y="525331"/>
          <a:ext cx="655203" cy="65520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EA761F-F036-4FA9-A963-237A36678782}">
      <dsp:nvSpPr>
        <dsp:cNvPr id="0" name=""/>
        <dsp:cNvSpPr/>
      </dsp:nvSpPr>
      <dsp:spPr>
        <a:xfrm>
          <a:off x="1517697" y="288102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Primary owns triage and coordination; secondary unblocks and escalates.</a:t>
          </a:r>
          <a:endParaRPr lang="en-US" sz="1800" kern="1200"/>
        </a:p>
      </dsp:txBody>
      <dsp:txXfrm>
        <a:off x="1517697" y="288102"/>
        <a:ext cx="2662774" cy="1129661"/>
      </dsp:txXfrm>
    </dsp:sp>
    <dsp:sp modelId="{4653ACCB-9DA8-44B6-8699-2FD5198E8879}">
      <dsp:nvSpPr>
        <dsp:cNvPr id="0" name=""/>
        <dsp:cNvSpPr/>
      </dsp:nvSpPr>
      <dsp:spPr>
        <a:xfrm>
          <a:off x="4644440" y="288102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5172E3-73B4-453A-910C-F84938AFCD4C}">
      <dsp:nvSpPr>
        <dsp:cNvPr id="0" name=""/>
        <dsp:cNvSpPr/>
      </dsp:nvSpPr>
      <dsp:spPr>
        <a:xfrm>
          <a:off x="4881669" y="525331"/>
          <a:ext cx="655203" cy="65520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D4E86C-B215-4142-8448-1B24A7D474F2}">
      <dsp:nvSpPr>
        <dsp:cNvPr id="0" name=""/>
        <dsp:cNvSpPr/>
      </dsp:nvSpPr>
      <dsp:spPr>
        <a:xfrm>
          <a:off x="6016172" y="288102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Acknowledge quickly; communicate status in the incident channel.</a:t>
          </a:r>
          <a:endParaRPr lang="en-US" sz="1800" kern="1200"/>
        </a:p>
      </dsp:txBody>
      <dsp:txXfrm>
        <a:off x="6016172" y="288102"/>
        <a:ext cx="2662774" cy="1129661"/>
      </dsp:txXfrm>
    </dsp:sp>
    <dsp:sp modelId="{198E44DE-404D-4303-887B-ED46D4AF1242}">
      <dsp:nvSpPr>
        <dsp:cNvPr id="0" name=""/>
        <dsp:cNvSpPr/>
      </dsp:nvSpPr>
      <dsp:spPr>
        <a:xfrm>
          <a:off x="145965" y="1998535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7562AD-A798-4C55-A099-B9C1EE4EE1C0}">
      <dsp:nvSpPr>
        <dsp:cNvPr id="0" name=""/>
        <dsp:cNvSpPr/>
      </dsp:nvSpPr>
      <dsp:spPr>
        <a:xfrm>
          <a:off x="383194" y="2235764"/>
          <a:ext cx="655203" cy="65520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57E23C-D1A9-4D7D-94C1-73A098385E16}">
      <dsp:nvSpPr>
        <dsp:cNvPr id="0" name=""/>
        <dsp:cNvSpPr/>
      </dsp:nvSpPr>
      <dsp:spPr>
        <a:xfrm>
          <a:off x="1517697" y="1998535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Minimize handoffs mid‑incident; document decisions for the postmortem.</a:t>
          </a:r>
          <a:endParaRPr lang="en-US" sz="1800" kern="1200"/>
        </a:p>
      </dsp:txBody>
      <dsp:txXfrm>
        <a:off x="1517697" y="1998535"/>
        <a:ext cx="2662774" cy="1129661"/>
      </dsp:txXfrm>
    </dsp:sp>
    <dsp:sp modelId="{94551E64-172C-4AF3-858E-F38930913F3B}">
      <dsp:nvSpPr>
        <dsp:cNvPr id="0" name=""/>
        <dsp:cNvSpPr/>
      </dsp:nvSpPr>
      <dsp:spPr>
        <a:xfrm>
          <a:off x="4644440" y="1998535"/>
          <a:ext cx="1129661" cy="112966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6224D4-5D8B-4175-AF71-0A4E1A4045F7}">
      <dsp:nvSpPr>
        <dsp:cNvPr id="0" name=""/>
        <dsp:cNvSpPr/>
      </dsp:nvSpPr>
      <dsp:spPr>
        <a:xfrm>
          <a:off x="4881669" y="2235764"/>
          <a:ext cx="655203" cy="65520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86421-5D11-4AFE-9871-D4F7B8906400}">
      <dsp:nvSpPr>
        <dsp:cNvPr id="0" name=""/>
        <dsp:cNvSpPr/>
      </dsp:nvSpPr>
      <dsp:spPr>
        <a:xfrm>
          <a:off x="6016172" y="1998535"/>
          <a:ext cx="2662774" cy="112966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/>
            <a:t>Never punish individuals for paging—fix systems and processes.</a:t>
          </a:r>
          <a:endParaRPr lang="en-US" sz="1800" kern="1200"/>
        </a:p>
      </dsp:txBody>
      <dsp:txXfrm>
        <a:off x="6016172" y="1998535"/>
        <a:ext cx="2662774" cy="11296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45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56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81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34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7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38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353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53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79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60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012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948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05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401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2332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8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8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Pager Rotation Duties in DevOps: Industry 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 lnSpcReduction="10000"/>
          </a:bodyPr>
          <a:lstStyle/>
          <a:p>
            <a:pPr algn="r">
              <a:lnSpc>
                <a:spcPct val="90000"/>
              </a:lnSpc>
            </a:pPr>
            <a:r>
              <a:rPr lang="fr-FR" sz="2200">
                <a:solidFill>
                  <a:srgbClr val="FFFFFF"/>
                </a:solidFill>
              </a:rPr>
              <a:t>Jason Luttrell</a:t>
            </a:r>
          </a:p>
          <a:p>
            <a:pPr algn="r">
              <a:lnSpc>
                <a:spcPct val="90000"/>
              </a:lnSpc>
            </a:pPr>
            <a:r>
              <a:rPr lang="fr-FR" sz="2200">
                <a:solidFill>
                  <a:srgbClr val="FFFFFF"/>
                </a:solidFill>
              </a:rPr>
              <a:t>CSD 380 Devops</a:t>
            </a:r>
          </a:p>
          <a:p>
            <a:pPr algn="r">
              <a:lnSpc>
                <a:spcPct val="90000"/>
              </a:lnSpc>
            </a:pPr>
            <a:r>
              <a:rPr lang="fr-FR" sz="2200">
                <a:solidFill>
                  <a:srgbClr val="FFFFFF"/>
                </a:solidFill>
              </a:rPr>
              <a:t>10/31/2025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What is a Pager Rotation?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69D2985-8B2C-D07F-10D1-70B2D5EEEF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01995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" y="6244046"/>
            <a:ext cx="258115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Google SRE Workbook: On‑Call; PagerDuty On‑Call Guide.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Designing the Rotation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DA68B34-5A0A-FE13-5320-FB7DC49D799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B7F3B4E-70B4-B66D-B3C7-6228CA2EBC94}"/>
              </a:ext>
            </a:extLst>
          </p:cNvPr>
          <p:cNvSpPr txBox="1"/>
          <p:nvPr/>
        </p:nvSpPr>
        <p:spPr>
          <a:xfrm>
            <a:off x="143854" y="6367918"/>
            <a:ext cx="1975221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Google SRE Book: Being On‑Call (25% rule).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Alert Quality: Page for Symptoms, not Causes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4A4634EB-6DB0-7617-E27D-EDED1DB85A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623566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EB04DC-1B71-7B4F-4179-4C40F7BD9E85}"/>
              </a:ext>
            </a:extLst>
          </p:cNvPr>
          <p:cNvSpPr txBox="1"/>
          <p:nvPr/>
        </p:nvSpPr>
        <p:spPr>
          <a:xfrm>
            <a:off x="143854" y="6367918"/>
            <a:ext cx="399660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Google SRE: Monitoring &amp; Golden Signals; Google Cloud blog on symptom‑focused alerting.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Handoffs, Runbooks, and Preparedness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7759EC1-C63C-89D2-234F-6A94DF6F1A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299814"/>
              </p:ext>
            </p:extLst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05A53E-CC2D-D3F4-6606-2F0C4967C240}"/>
              </a:ext>
            </a:extLst>
          </p:cNvPr>
          <p:cNvSpPr txBox="1"/>
          <p:nvPr/>
        </p:nvSpPr>
        <p:spPr>
          <a:xfrm>
            <a:off x="143854" y="6367918"/>
            <a:ext cx="3068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PagerDuty On‑Call Best Practices; Atlassian on‑call scheduling guides.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&amp; Sustainability (Avoid Pager Fatigue)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BEE2FD7-C273-C8F4-9325-D6C78E6478E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966A5D0-8F76-CF07-2D9C-305750E735D1}"/>
              </a:ext>
            </a:extLst>
          </p:cNvPr>
          <p:cNvSpPr txBox="1"/>
          <p:nvPr/>
        </p:nvSpPr>
        <p:spPr>
          <a:xfrm>
            <a:off x="143854" y="6367918"/>
            <a:ext cx="378020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USENIX: On‑call fatigue research; PagerDuty blog: creating a better on‑call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 that Matter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46819275-7048-CFDB-BF67-D6057EB1E0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3398740"/>
              </p:ext>
            </p:extLst>
          </p:nvPr>
        </p:nvGraphicFramePr>
        <p:xfrm>
          <a:off x="1103312" y="1608084"/>
          <a:ext cx="10072188" cy="49752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9596-E0B8-DCBC-C44F-7F4E02909F45}"/>
              </a:ext>
            </a:extLst>
          </p:cNvPr>
          <p:cNvSpPr txBox="1"/>
          <p:nvPr/>
        </p:nvSpPr>
        <p:spPr>
          <a:xfrm>
            <a:off x="143854" y="6367918"/>
            <a:ext cx="323838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Google SRE Workbook: Alerting on SLOs; Atlassian incident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Responsibilities &amp; Etiquette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3B914671-B3D5-56D8-76F5-136C60AE2A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55700" y="2603500"/>
          <a:ext cx="8824913" cy="341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534F50C-4E59-EBBA-1E06-F11271ABAC31}"/>
              </a:ext>
            </a:extLst>
          </p:cNvPr>
          <p:cNvSpPr txBox="1"/>
          <p:nvPr/>
        </p:nvSpPr>
        <p:spPr>
          <a:xfrm>
            <a:off x="143854" y="6367918"/>
            <a:ext cx="209704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800" dirty="0">
                <a:solidFill>
                  <a:srgbClr val="646464"/>
                </a:solidFill>
              </a:rPr>
              <a:t>PagerDuty: Being On‑Call; Google SRE culture.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4087" y="1130603"/>
            <a:ext cx="3342442" cy="4596794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EBEBEB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90077" y="437513"/>
            <a:ext cx="5502614" cy="5954325"/>
          </a:xfrm>
        </p:spPr>
        <p:txBody>
          <a:bodyPr anchor="ctr">
            <a:normAutofit/>
          </a:bodyPr>
          <a:lstStyle/>
          <a:p>
            <a:r>
              <a:rPr lang="en-US" sz="2000"/>
              <a:t>Google SRE Book. Being On‑Call &amp; Monitoring chapters. https://sre.google/sre-book/</a:t>
            </a:r>
          </a:p>
          <a:p>
            <a:r>
              <a:rPr lang="en-US" sz="2000"/>
              <a:t>Google SRE Workbook: On‑Call &amp; Alerting on SLOs. https://sre.google/workbook/</a:t>
            </a:r>
          </a:p>
          <a:p>
            <a:r>
              <a:rPr lang="en-US" sz="2000"/>
              <a:t>PagerDuty. On‑Call Best Practices &amp; Survival Guide. https://goingoncall.pagerduty.com/</a:t>
            </a:r>
          </a:p>
          <a:p>
            <a:r>
              <a:rPr lang="en-US" sz="2000"/>
              <a:t>Atlassian. On‑call schedules &amp; improving on‑call. https://www.atlassian.com/incident-management/on-call/</a:t>
            </a:r>
          </a:p>
          <a:p>
            <a:r>
              <a:rPr lang="en-US" sz="2000"/>
              <a:t>USENIX. Improving On‑Call Fatigue; SREcon talks.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588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 Boardroom</vt:lpstr>
      <vt:lpstr>Pager Rotation Duties in DevOps: Industry Best Practices</vt:lpstr>
      <vt:lpstr>What is a Pager Rotation? </vt:lpstr>
      <vt:lpstr>Designing the Rotation</vt:lpstr>
      <vt:lpstr>Alert Quality: Page for Symptoms, not Causes</vt:lpstr>
      <vt:lpstr>Handoffs, Runbooks, and Preparedness</vt:lpstr>
      <vt:lpstr>Health &amp; Sustainability (Avoid Pager Fatigue)</vt:lpstr>
      <vt:lpstr>Metrics that Matter</vt:lpstr>
      <vt:lpstr>Responsibilities &amp; Etiquette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Luttrell, Jason - US</dc:creator>
  <cp:keywords/>
  <dc:description>generated using python-pptx</dc:description>
  <cp:lastModifiedBy>Luttrell, Jason</cp:lastModifiedBy>
  <cp:revision>2</cp:revision>
  <dcterms:created xsi:type="dcterms:W3CDTF">2013-01-27T09:14:16Z</dcterms:created>
  <dcterms:modified xsi:type="dcterms:W3CDTF">2025-10-31T12:56:50Z</dcterms:modified>
  <cp:category/>
</cp:coreProperties>
</file>